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1.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slides/charts/chart2.xml" ContentType="application/vnd.openxmlformats-officedocument.drawingml.chart+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bdd8e196c46241a0" /><Relationship Type="http://schemas.openxmlformats.org/officeDocument/2006/relationships/extended-properties" Target="/docProps/app.xml" Id="R3bac24a020b845d0" /><Relationship Type="http://schemas.openxmlformats.org/officeDocument/2006/relationships/officeDocument" Target="/ppt/presentation.xml" Id="Ra029c996a77b48e9" /></Relationships>
</file>

<file path=ppt/presentation.xml><?xml version="1.0" encoding="utf-8"?>
<p:presentation xmlns:p="http://schemas.openxmlformats.org/presentationml/2006/main">
  <p:sldMasterIdLst>
    <p:sldMasterId xmlns:r="http://schemas.openxmlformats.org/officeDocument/2006/relationships" id="2147483648" r:id="Raf3512e9f17d425c"/>
  </p:sldMasterIdLst>
  <p:notesMasterIdLst>
    <p:notesMasterId xmlns:r="http://schemas.openxmlformats.org/officeDocument/2006/relationships" r:id="R55e65d5fc8d04044"/>
  </p:notesMasterIdLst>
  <p:sldIdLst>
    <p:sldId xmlns:r="http://schemas.openxmlformats.org/officeDocument/2006/relationships" id="256" r:id="Rd9107200fd5f4ffd"/>
    <p:sldId xmlns:r="http://schemas.openxmlformats.org/officeDocument/2006/relationships" id="257" r:id="R34655e8f64bc457c"/>
    <p:sldId xmlns:r="http://schemas.openxmlformats.org/officeDocument/2006/relationships" id="258" r:id="R639371edc1be472c"/>
    <p:sldId xmlns:r="http://schemas.openxmlformats.org/officeDocument/2006/relationships" id="259" r:id="R5eaeb56436aa4983"/>
    <p:sldId xmlns:r="http://schemas.openxmlformats.org/officeDocument/2006/relationships" id="260" r:id="R590413c6d4d34f22"/>
    <p:sldId xmlns:r="http://schemas.openxmlformats.org/officeDocument/2006/relationships" id="261" r:id="R1652e072d2f04c3e"/>
    <p:sldId xmlns:r="http://schemas.openxmlformats.org/officeDocument/2006/relationships" id="262" r:id="R194c35e6f6f24ac6"/>
    <p:sldId xmlns:r="http://schemas.openxmlformats.org/officeDocument/2006/relationships" id="263" r:id="Rde3a0539896749e5"/>
    <p:sldId xmlns:r="http://schemas.openxmlformats.org/officeDocument/2006/relationships" id="264" r:id="R78a45fa2f8654ea9"/>
    <p:sldId xmlns:r="http://schemas.openxmlformats.org/officeDocument/2006/relationships" id="265" r:id="R94fc0688a4964e43"/>
    <p:sldId xmlns:r="http://schemas.openxmlformats.org/officeDocument/2006/relationships" id="266" r:id="R17589a897fc143ac"/>
    <p:sldId xmlns:r="http://schemas.openxmlformats.org/officeDocument/2006/relationships" id="267" r:id="R979e8d4660ce4718"/>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eb425d18ed19443c" /><Relationship Type="http://schemas.openxmlformats.org/officeDocument/2006/relationships/slideMaster" Target="/ppt/slideMasters/slideMaster1.xml" Id="Raf3512e9f17d425c" /><Relationship Type="http://schemas.openxmlformats.org/officeDocument/2006/relationships/notesMaster" Target="/ppt/notesMasters/notesMaster1.xml" Id="R55e65d5fc8d04044" /><Relationship Type="http://schemas.openxmlformats.org/officeDocument/2006/relationships/presProps" Target="/ppt/presProps.xml" Id="R28c9ceeb02414268" /><Relationship Type="http://schemas.openxmlformats.org/officeDocument/2006/relationships/tableStyles" Target="/ppt/tableStyles.xml" Id="R277c7c2562204cf6" /><Relationship Type="http://schemas.openxmlformats.org/officeDocument/2006/relationships/slide" Target="/ppt/slides/slide1.xml" Id="Rd9107200fd5f4ffd" /><Relationship Type="http://schemas.openxmlformats.org/officeDocument/2006/relationships/slide" Target="/ppt/slides/slide2.xml" Id="R34655e8f64bc457c" /><Relationship Type="http://schemas.openxmlformats.org/officeDocument/2006/relationships/slide" Target="/ppt/slides/slide3.xml" Id="R639371edc1be472c" /><Relationship Type="http://schemas.openxmlformats.org/officeDocument/2006/relationships/slide" Target="/ppt/slides/slide4.xml" Id="R5eaeb56436aa4983" /><Relationship Type="http://schemas.openxmlformats.org/officeDocument/2006/relationships/slide" Target="/ppt/slides/slide5.xml" Id="R590413c6d4d34f22" /><Relationship Type="http://schemas.openxmlformats.org/officeDocument/2006/relationships/slide" Target="/ppt/slides/slide6.xml" Id="R1652e072d2f04c3e" /><Relationship Type="http://schemas.openxmlformats.org/officeDocument/2006/relationships/slide" Target="/ppt/slides/slide7.xml" Id="R194c35e6f6f24ac6" /><Relationship Type="http://schemas.openxmlformats.org/officeDocument/2006/relationships/slide" Target="/ppt/slides/slide8.xml" Id="Rde3a0539896749e5" /><Relationship Type="http://schemas.openxmlformats.org/officeDocument/2006/relationships/slide" Target="/ppt/slides/slide9.xml" Id="R78a45fa2f8654ea9" /><Relationship Type="http://schemas.openxmlformats.org/officeDocument/2006/relationships/slide" Target="/ppt/slides/slide10.xml" Id="R94fc0688a4964e43" /><Relationship Type="http://schemas.openxmlformats.org/officeDocument/2006/relationships/slide" Target="/ppt/slides/slide11.xml" Id="R17589a897fc143ac" /><Relationship Type="http://schemas.openxmlformats.org/officeDocument/2006/relationships/slide" Target="/ppt/slides/slide12.xml" Id="R979e8d4660ce471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1220cf50c8e0443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bec5210baa24788" /><Relationship Type="http://schemas.openxmlformats.org/officeDocument/2006/relationships/notesMaster" Target="/ppt/notesMasters/notesMaster1.xml" Id="Rcfaec70ae8a149a0" /></Relationships>
</file>

<file path=ppt/notesSlides/_rels/notesSlide2.xml.rels>&#65279;<?xml version="1.0" encoding="utf-8"?><Relationships xmlns="http://schemas.openxmlformats.org/package/2006/relationships"><Relationship Type="http://schemas.openxmlformats.org/officeDocument/2006/relationships/slide" Target="/ppt/slides/slide2.xml" Id="Rdc27c9e0076c483c" /><Relationship Type="http://schemas.openxmlformats.org/officeDocument/2006/relationships/notesMaster" Target="/ppt/notesMasters/notesMaster1.xml" Id="R88a8f4f60fc9424a" /></Relationships>
</file>

<file path=ppt/notesSlides/_rels/notesSlide3.xml.rels>&#65279;<?xml version="1.0" encoding="utf-8"?><Relationships xmlns="http://schemas.openxmlformats.org/package/2006/relationships"><Relationship Type="http://schemas.openxmlformats.org/officeDocument/2006/relationships/slide" Target="/ppt/slides/slide3.xml" Id="R1008dcada1e94fb7" /><Relationship Type="http://schemas.openxmlformats.org/officeDocument/2006/relationships/notesMaster" Target="/ppt/notesMasters/notesMaster1.xml" Id="R1297123fc1b6437b" /></Relationships>
</file>

<file path=ppt/notesSlides/_rels/notesSlide4.xml.rels>&#65279;<?xml version="1.0" encoding="utf-8"?><Relationships xmlns="http://schemas.openxmlformats.org/package/2006/relationships"><Relationship Type="http://schemas.openxmlformats.org/officeDocument/2006/relationships/slide" Target="/ppt/slides/slide4.xml" Id="Rcf1f61eea3904f02" /><Relationship Type="http://schemas.openxmlformats.org/officeDocument/2006/relationships/notesMaster" Target="/ppt/notesMasters/notesMaster1.xml" Id="R44f25873ed6b4083" /></Relationships>
</file>

<file path=ppt/notesSlides/_rels/notesSlide5.xml.rels>&#65279;<?xml version="1.0" encoding="utf-8"?><Relationships xmlns="http://schemas.openxmlformats.org/package/2006/relationships"><Relationship Type="http://schemas.openxmlformats.org/officeDocument/2006/relationships/slide" Target="/ppt/slides/slide5.xml" Id="R6c18ac22cc674957" /><Relationship Type="http://schemas.openxmlformats.org/officeDocument/2006/relationships/notesMaster" Target="/ppt/notesMasters/notesMaster1.xml" Id="R10a484fe7e574cc7" /></Relationships>
</file>

<file path=ppt/notesSlides/_rels/notesSlide6.xml.rels>&#65279;<?xml version="1.0" encoding="utf-8"?><Relationships xmlns="http://schemas.openxmlformats.org/package/2006/relationships"><Relationship Type="http://schemas.openxmlformats.org/officeDocument/2006/relationships/slide" Target="/ppt/slides/slide6.xml" Id="Ree27d396308a4f21" /><Relationship Type="http://schemas.openxmlformats.org/officeDocument/2006/relationships/notesMaster" Target="/ppt/notesMasters/notesMaster1.xml" Id="R2528d142c0714cce" /></Relationships>
</file>

<file path=ppt/notesSlides/_rels/notesSlide7.xml.rels>&#65279;<?xml version="1.0" encoding="utf-8"?><Relationships xmlns="http://schemas.openxmlformats.org/package/2006/relationships"><Relationship Type="http://schemas.openxmlformats.org/officeDocument/2006/relationships/slide" Target="/ppt/slides/slide7.xml" Id="R5c2b0a997a5a4c4e" /><Relationship Type="http://schemas.openxmlformats.org/officeDocument/2006/relationships/notesMaster" Target="/ppt/notesMasters/notesMaster1.xml" Id="R193c66fbabdc49f1" /></Relationships>
</file>

<file path=ppt/notesSlides/_rels/notesSlide8.xml.rels>&#65279;<?xml version="1.0" encoding="utf-8"?><Relationships xmlns="http://schemas.openxmlformats.org/package/2006/relationships"><Relationship Type="http://schemas.openxmlformats.org/officeDocument/2006/relationships/slide" Target="/ppt/slides/slide8.xml" Id="Ra89131648fae4db0" /><Relationship Type="http://schemas.openxmlformats.org/officeDocument/2006/relationships/notesMaster" Target="/ppt/notesMasters/notesMaster1.xml" Id="R37df7b424a94452f" /></Relationships>
</file>

<file path=ppt/notesSlides/_rels/notesSlide9.xml.rels>&#65279;<?xml version="1.0" encoding="utf-8"?><Relationships xmlns="http://schemas.openxmlformats.org/package/2006/relationships"><Relationship Type="http://schemas.openxmlformats.org/officeDocument/2006/relationships/slide" Target="/ppt/slides/slide9.xml" Id="R0688e134f19341c9" /><Relationship Type="http://schemas.openxmlformats.org/officeDocument/2006/relationships/notesMaster" Target="/ppt/notesMasters/notesMaster1.xml" Id="Rb2878d6cf3424911"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5d7ff9421fcb4e38" /><Relationship Type="http://schemas.openxmlformats.org/officeDocument/2006/relationships/notesMaster" Target="/ppt/notesMasters/notesMaster1.xml" Id="R75e592d777b44cf1"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53e47e492f9b4bec" /><Relationship Type="http://schemas.openxmlformats.org/officeDocument/2006/relationships/notesMaster" Target="/ppt/notesMasters/notesMaster1.xml" Id="Rf578f35386f745e9"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70f6490abc8f4c21" /><Relationship Type="http://schemas.openxmlformats.org/officeDocument/2006/relationships/notesMaster" Target="/ppt/notesMasters/notesMaster1.xml" Id="Rea5ad740ced94a7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Intervenante 1</a:t>
            </a:r>
          </a:p>
          <a:p xmlns:a="http://schemas.openxmlformats.org/drawingml/2006/main">
            <a:r>
              <a:t/>
            </a:r>
          </a:p>
          <a:p xmlns:a="http://schemas.openxmlformats.org/drawingml/2006/main">
            <a:r>
              <a:t>Nous présentons K2. Notre objectif est de savoir quels modèles, sources et transformations ont contribué à un contenu, puis de vérifier des contraintes déclarées. Les contenus sont simulés : nous évaluons la chaîne de traçabilité, pas la qualité d’un modèle génératif.</a:t>
            </a:r>
          </a:p>
          <a:p xmlns:a="http://schemas.openxmlformats.org/drawingml/2006/main">
            <a:r>
              <a:t/>
            </a:r>
          </a:p>
          <a:p xmlns:a="http://schemas.openxmlformats.org/drawingml/2006/main">
            <a:r>
              <a:t>Sources : code du groupe, résultats régénérés dans outputs/resultats.json, tests locaux. Sujet : https://github.com/jsboigeEPF/2026-MSAPP3IN08-GenAI/blob/main/docs/CATALOGUE.md#k2--traçabilité-et-licences-des-générations</a:t>
            </a:r>
          </a:p>
          <a:p xmlns:a="http://schemas.openxmlformats.org/drawingml/2006/main">
            <a:r>
              <a:t>Assistance Claude et ChatGPT déclarée dans le README.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Intervenante 1</a:t>
            </a:r>
          </a:p>
          <a:p xmlns:a="http://schemas.openxmlformats.org/drawingml/2006/main">
            <a:r>
              <a:t/>
            </a:r>
          </a:p>
          <a:p xmlns:a="http://schemas.openxmlformats.org/drawingml/2006/main">
            <a:r>
              <a:t>Une image ou un texte seul ne raconte pas sa fabrication. Nous attachons donc un manifeste à chaque artefact. Le programme peut expliquer une alerte, par exemple un usage commercial incompatible avec une restriction définie dans notre modèle pédagogique.</a:t>
            </a:r>
          </a:p>
          <a:p xmlns:a="http://schemas.openxmlformats.org/drawingml/2006/main">
            <a:r>
              <a:t/>
            </a:r>
          </a:p>
          <a:p xmlns:a="http://schemas.openxmlformats.org/drawingml/2006/main">
            <a:r>
              <a:t>Sources : code du groupe, résultats régénérés dans outputs/resultats.json, tests locaux. Sujet : https://github.com/jsboigeEPF/2026-MSAPP3IN08-GenAI/blob/main/docs/CATALOGUE.md#k2--traçabilité-et-licences-des-générations</a:t>
            </a:r>
          </a:p>
          <a:p xmlns:a="http://schemas.openxmlformats.org/drawingml/2006/main">
            <a:r>
              <a:t>Assistance Claude et ChatGPT déclarée dans le README.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Intervenante 1</a:t>
            </a:r>
          </a:p>
          <a:p xmlns:a="http://schemas.openxmlformats.org/drawingml/2006/main">
            <a:r>
              <a:t/>
            </a:r>
          </a:p>
          <a:p xmlns:a="http://schemas.openxmlformats.org/drawingml/2006/main">
            <a:r>
              <a:t>Le module pipelines construit des couples contenu-manifeste. L’injecteur ajoute des défauts connus. Le vérificateur reçoit le manifeste, le contenu et le registre. L’évaluation compare les règles détectées à la vérité terrain. Les mêmes résultats alimentent l’interface HTML.</a:t>
            </a:r>
          </a:p>
          <a:p xmlns:a="http://schemas.openxmlformats.org/drawingml/2006/main">
            <a:r>
              <a:t/>
            </a:r>
          </a:p>
          <a:p xmlns:a="http://schemas.openxmlformats.org/drawingml/2006/main">
            <a:r>
              <a:t>Sources : code du groupe, résultats régénérés dans outputs/resultats.json, tests locaux. Sujet : https://github.com/jsboigeEPF/2026-MSAPP3IN08-GenAI/blob/main/docs/CATALOGUE.md#k2--traçabilité-et-licences-des-générations</a:t>
            </a:r>
          </a:p>
          <a:p xmlns:a="http://schemas.openxmlformats.org/drawingml/2006/main">
            <a:r>
              <a:t>Assistance Claude et ChatGPT déclarée dans le README.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Intervenante 1</a:t>
            </a:r>
          </a:p>
          <a:p xmlns:a="http://schemas.openxmlformats.org/drawingml/2006/main">
            <a:r>
              <a:t/>
            </a:r>
          </a:p>
          <a:p xmlns:a="http://schemas.openxmlformats.org/drawingml/2006/main">
            <a:r>
              <a:t>JSON donne une structure lisible par une machine. L’empreinte est calculée à partir du contenu. Si le contenu change sans mise à jour du manifeste, le contrôle le détecte. Une empreinte ne prouve pas qui a écrit le manifeste et ne garantit pas la véracité des métadonnées.</a:t>
            </a:r>
          </a:p>
          <a:p xmlns:a="http://schemas.openxmlformats.org/drawingml/2006/main">
            <a:r>
              <a:t/>
            </a:r>
          </a:p>
          <a:p xmlns:a="http://schemas.openxmlformats.org/drawingml/2006/main">
            <a:r>
              <a:t>Sources : code du groupe, résultats régénérés dans outputs/resultats.json, tests locaux. Sujet : https://github.com/jsboigeEPF/2026-MSAPP3IN08-GenAI/blob/main/docs/CATALOGUE.md#k2--traçabilité-et-licences-des-générations</a:t>
            </a:r>
          </a:p>
          <a:p xmlns:a="http://schemas.openxmlformats.org/drawingml/2006/main">
            <a:r>
              <a:t>Assistance Claude et ChatGPT déclarée dans le README.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Intervenante 1</a:t>
            </a:r>
          </a:p>
          <a:p xmlns:a="http://schemas.openxmlformats.org/drawingml/2006/main">
            <a:r>
              <a:t/>
            </a:r>
          </a:p>
          <a:p xmlns:a="http://schemas.openxmlformats.org/drawingml/2006/main">
            <a:r>
              <a:t>Les trois pipelines enregistrent leurs modèles et leurs transformations. L’audio pointe vers le manifeste du texte qui le précède. Les fichiers image et audio sont des octets synthétiques, pas de véritables fichiers PNG ou WAV. Ce choix rend la démonstration gratuite et déterministe, mais limite son réalisme.</a:t>
            </a:r>
          </a:p>
          <a:p xmlns:a="http://schemas.openxmlformats.org/drawingml/2006/main">
            <a:r>
              <a:t/>
            </a:r>
          </a:p>
          <a:p xmlns:a="http://schemas.openxmlformats.org/drawingml/2006/main">
            <a:r>
              <a:t>Sources : code du groupe, résultats régénérés dans outputs/resultats.json, tests locaux. Sujet : https://github.com/jsboigeEPF/2026-MSAPP3IN08-GenAI/blob/main/docs/CATALOGUE.md#k2--traçabilité-et-licences-des-générations</a:t>
            </a:r>
          </a:p>
          <a:p xmlns:a="http://schemas.openxmlformats.org/drawingml/2006/main">
            <a:r>
              <a:t>Assistance Claude et ChatGPT déclarée dans le README.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Intervenante 2</a:t>
            </a:r>
          </a:p>
          <a:p xmlns:a="http://schemas.openxmlformats.org/drawingml/2006/main">
            <a:r>
              <a:t/>
            </a:r>
          </a:p>
          <a:p xmlns:a="http://schemas.openxmlformats.org/drawingml/2006/main">
            <a:r>
              <a:t>Nous vérifions d’abord que les objets et leurs champs ont les bons types. Si cette étape échoue, nous retournons une alerte R1 et nous suspendons les règles métier. Les règles de licence sont des conventions simplifiées du projet. La règle SA est une politique du démonstrateur, pas une conclusion juridique automatique sur toute génération IA.</a:t>
            </a:r>
          </a:p>
          <a:p xmlns:a="http://schemas.openxmlformats.org/drawingml/2006/main">
            <a:r>
              <a:t/>
            </a:r>
          </a:p>
          <a:p xmlns:a="http://schemas.openxmlformats.org/drawingml/2006/main">
            <a:r>
              <a:t>Sources : code du groupe, résultats régénérés dans outputs/resultats.json, tests locaux. Sujet : https://github.com/jsboigeEPF/2026-MSAPP3IN08-GenAI/blob/main/docs/CATALOGUE.md#k2--traçabilité-et-licences-des-générations</a:t>
            </a:r>
          </a:p>
          <a:p xmlns:a="http://schemas.openxmlformats.org/drawingml/2006/main">
            <a:r>
              <a:t>Assistance Claude et ChatGPT déclarée dans le README.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Intervenante 2</a:t>
            </a:r>
          </a:p>
          <a:p xmlns:a="http://schemas.openxmlformats.org/drawingml/2006/main">
            <a:r>
              <a:t/>
            </a:r>
          </a:p>
          <a:p xmlns:a="http://schemas.openxmlformats.org/drawingml/2006/main">
            <a:r>
              <a:t>Les données sont entièrement synthétiques. La baseline est volontairement simple : elle repère des mots-clés de licence sans comprendre le contexte. Nous mesurons les détections, les fausses alertes et le diagnostic exact. La même modélisation sert à construire les défauts et les règles : un excellent score ne généralise donc pas au monde réel.</a:t>
            </a:r>
          </a:p>
          <a:p xmlns:a="http://schemas.openxmlformats.org/drawingml/2006/main">
            <a:r>
              <a:t/>
            </a:r>
          </a:p>
          <a:p xmlns:a="http://schemas.openxmlformats.org/drawingml/2006/main">
            <a:r>
              <a:t>Sources : code du groupe, résultats régénérés dans outputs/resultats.json, tests locaux. Sujet : https://github.com/jsboigeEPF/2026-MSAPP3IN08-GenAI/blob/main/docs/CATALOGUE.md#k2--traçabilité-et-licences-des-générations</a:t>
            </a:r>
          </a:p>
          <a:p xmlns:a="http://schemas.openxmlformats.org/drawingml/2006/main">
            <a:r>
              <a:t>Assistance Claude et ChatGPT déclarée dans le README.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Intervenante 2</a:t>
            </a:r>
          </a:p>
          <a:p xmlns:a="http://schemas.openxmlformats.org/drawingml/2006/main">
            <a:r>
              <a:t/>
            </a:r>
          </a:p>
          <a:p xmlns:a="http://schemas.openxmlformats.org/drawingml/2006/main">
            <a:r>
              <a:t>La baseline repère 55 pour cent des artefacts fautifs selon la métrique du projet. La v2 détecte tous les défauts prévus. La micro-précision et le micro-rappel de la v2 valent aussi 100 pour cent sur ce jeu. Ce résultat valide notre implémentation dans le cadre des cas construits, pas une conformité générale.</a:t>
            </a:r>
          </a:p>
          <a:p xmlns:a="http://schemas.openxmlformats.org/drawingml/2006/main">
            <a:r>
              <a:t/>
            </a:r>
          </a:p>
          <a:p xmlns:a="http://schemas.openxmlformats.org/drawingml/2006/main">
            <a:r>
              <a:t>Sources : code du groupe, résultats régénérés dans outputs/resultats.json, tests locaux. Sujet : https://github.com/jsboigeEPF/2026-MSAPP3IN08-GenAI/blob/main/docs/CATALOGUE.md#k2--traçabilité-et-licences-des-générations</a:t>
            </a:r>
          </a:p>
          <a:p xmlns:a="http://schemas.openxmlformats.org/drawingml/2006/main">
            <a:r>
              <a:t>Assistance Claude et ChatGPT déclarée dans le README.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Intervenante 2</a:t>
            </a:r>
          </a:p>
          <a:p xmlns:a="http://schemas.openxmlformats.org/drawingml/2006/main">
            <a:r>
              <a:t/>
            </a:r>
          </a:p>
          <a:p xmlns:a="http://schemas.openxmlformats.org/drawingml/2006/main">
            <a:r>
              <a:t>La v1 comparait les auteurs à l’identique. Des variations de casse et de séparateurs provoquaient des alertes injustifiées. La normalisation résout ces cas construits. Elle peut cependant fusionner des noms distincts : un identifiant stable serait préférable. Les 120 exemples ne couvrent pas toutes les erreurs réelles.</a:t>
            </a:r>
          </a:p>
          <a:p xmlns:a="http://schemas.openxmlformats.org/drawingml/2006/main">
            <a:r>
              <a:t/>
            </a:r>
          </a:p>
          <a:p xmlns:a="http://schemas.openxmlformats.org/drawingml/2006/main">
            <a:r>
              <a:t>Sources : code du groupe, résultats régénérés dans outputs/resultats.json, tests locaux. Sujet : https://github.com/jsboigeEPF/2026-MSAPP3IN08-GenAI/blob/main/docs/CATALOGUE.md#k2--traçabilité-et-licences-des-générations</a:t>
            </a:r>
          </a:p>
          <a:p xmlns:a="http://schemas.openxmlformats.org/drawingml/2006/main">
            <a:r>
              <a:t>Assistance Claude et ChatGPT déclarée dans le README.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Intervenante 1</a:t>
            </a:r>
          </a:p>
          <a:p xmlns:a="http://schemas.openxmlformats.org/drawingml/2006/main">
            <a:r>
              <a:t/>
            </a:r>
          </a:p>
          <a:p xmlns:a="http://schemas.openxmlformats.org/drawingml/2006/main">
            <a:r>
              <a:t>L’audit a trouvé deux défauts hors du corpus initial. Nous avons ajouté une validation de structure explicite et douze tests. Les anciens tests continuent de passer. Nous avons relancé la campagne : les résultats initiaux sont conservés. Il faut être capable de montrer ces deux nouveaux cas en direct.</a:t>
            </a:r>
          </a:p>
          <a:p xmlns:a="http://schemas.openxmlformats.org/drawingml/2006/main">
            <a:r>
              <a:t/>
            </a:r>
          </a:p>
          <a:p xmlns:a="http://schemas.openxmlformats.org/drawingml/2006/main">
            <a:r>
              <a:t>Sources : code du groupe, résultats régénérés dans outputs/resultats.json, tests locaux. Sujet : https://github.com/jsboigeEPF/2026-MSAPP3IN08-GenAI/blob/main/docs/CATALOGUE.md#k2--traçabilité-et-licences-des-générations</a:t>
            </a:r>
          </a:p>
          <a:p xmlns:a="http://schemas.openxmlformats.org/drawingml/2006/main">
            <a:r>
              <a:t>Assistance Claude et ChatGPT déclarée dans le README.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Intervenante 2</a:t>
            </a:r>
          </a:p>
          <a:p xmlns:a="http://schemas.openxmlformats.org/drawingml/2006/main">
            <a:r>
              <a:t/>
            </a:r>
          </a:p>
          <a:p xmlns:a="http://schemas.openxmlformats.org/drawingml/2006/main">
            <a:r>
              <a:t>Nous commençons dans un environnement préparé à partir de requirements.txt. Dans l’interface, nous choisissons une alerte de licence puis une erreur d’intégrité. Nous lançons ensuite la démo de structure et les tests. En cas de souci technique, les exports et le notebook fournissent le plan B hors ligne.</a:t>
            </a:r>
          </a:p>
          <a:p xmlns:a="http://schemas.openxmlformats.org/drawingml/2006/main">
            <a:r>
              <a:t/>
            </a:r>
          </a:p>
          <a:p xmlns:a="http://schemas.openxmlformats.org/drawingml/2006/main">
            <a:r>
              <a:t>Sources : code du groupe, résultats régénérés dans outputs/resultats.json, tests locaux. Sujet : https://github.com/jsboigeEPF/2026-MSAPP3IN08-GenAI/blob/main/docs/CATALOGUE.md#k2--traçabilité-et-licences-des-générations</a:t>
            </a:r>
          </a:p>
          <a:p xmlns:a="http://schemas.openxmlformats.org/drawingml/2006/main">
            <a:r>
              <a:t>Assistance Claude et ChatGPT déclarée dans le README.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Ensemble</a:t>
            </a:r>
          </a:p>
          <a:p xmlns:a="http://schemas.openxmlformats.org/drawingml/2006/main">
            <a:r>
              <a:t/>
            </a:r>
          </a:p>
          <a:p xmlns:a="http://schemas.openxmlformats.org/drawingml/2006/main">
            <a:r>
              <a:t>Le MVP produit une traçabilité consultable et des alertes explicables sur des cas maîtrisés. Nous ne revendiquons ni une validation juridique ni un système complet C2PA. L’attribution de K2 doit être confirmée. Le rendu public doit montrer nos contributions réelles et déclarer l’assistance IA. La répartition proposée pour l’oral ne prouve pas un historique de développement.</a:t>
            </a:r>
          </a:p>
          <a:p xmlns:a="http://schemas.openxmlformats.org/drawingml/2006/main">
            <a:r>
              <a:t/>
            </a:r>
          </a:p>
          <a:p xmlns:a="http://schemas.openxmlformats.org/drawingml/2006/main">
            <a:r>
              <a:t>Sources : code du groupe, résultats régénérés dans outputs/resultats.json, tests locaux. Sujet : https://github.com/jsboigeEPF/2026-MSAPP3IN08-GenAI/blob/main/docs/CATALOGUE.md#k2--traçabilité-et-licences-des-générations</a:t>
            </a:r>
          </a:p>
          <a:p xmlns:a="http://schemas.openxmlformats.org/drawingml/2006/main">
            <a:r>
              <a:t>Assistance Claude et ChatGPT déclarée dans le README.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ea55cbd410f4395"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1ac465d1c1da4876"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149d8ac2c74741f8"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cc43836eacbe4dec"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5d6ccc6d694b4a71"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59b607b53e974af2"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3627997-8ECD-410E-AC3D-FC407BB048AB}"/>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DD5C6196-502C-45A7-BE31-8E70C0ED8E63}"/>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0DF06A20-E0C1-4D0D-A32B-37265990C200}"/>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342F6D7-A75E-4225-AC59-EBB642E06D5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842B0768-FEE4-46CA-8157-C2FDE0639D73}"/>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AD32FD72-6411-468A-9302-063BB90C201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B18B0151-7BC1-41A9-BFA0-EC70562F88DC}"/>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4D16A64F-3742-423C-8E6B-E56DE9BF35CC}"/>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6DCD7D2-D228-4168-9B7F-15DE460ADC0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0411C874-6BE3-44BD-9CB2-BAE78AE31B4D}"/>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827e0833591443a" /><Relationship Type="http://schemas.openxmlformats.org/officeDocument/2006/relationships/slideLayout" Target="/ppt/slideLayouts/slideLayout1.xml" Id="R89de48d1be56472e" /><Relationship Type="http://schemas.openxmlformats.org/officeDocument/2006/relationships/slideLayout" Target="/ppt/slideLayouts/slideLayout2.xml" Id="R5bd4d51c2fdd47b1" /><Relationship Type="http://schemas.openxmlformats.org/officeDocument/2006/relationships/slideLayout" Target="/ppt/slideLayouts/slideLayout3.xml" Id="R9410ea19519341be" /><Relationship Type="http://schemas.openxmlformats.org/officeDocument/2006/relationships/slideLayout" Target="/ppt/slideLayouts/slideLayout4.xml" Id="R50618d67129748b6" /><Relationship Type="http://schemas.openxmlformats.org/officeDocument/2006/relationships/slideLayout" Target="/ppt/slideLayouts/slideLayout5.xml" Id="R4b837252bf314828" /><Relationship Type="http://schemas.openxmlformats.org/officeDocument/2006/relationships/slideLayout" Target="/ppt/slideLayouts/slideLayout6.xml" Id="Rb129182cad544ec3"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9de48d1be56472e"/>
    <p:sldLayoutId xmlns:r="http://schemas.openxmlformats.org/officeDocument/2006/relationships" id="2147483650" r:id="R5bd4d51c2fdd47b1"/>
    <p:sldLayoutId xmlns:r="http://schemas.openxmlformats.org/officeDocument/2006/relationships" id="2147483651" r:id="R9410ea19519341be"/>
    <p:sldLayoutId xmlns:r="http://schemas.openxmlformats.org/officeDocument/2006/relationships" id="2147483652" r:id="R50618d67129748b6"/>
    <p:sldLayoutId xmlns:r="http://schemas.openxmlformats.org/officeDocument/2006/relationships" id="2147483653" r:id="R4b837252bf314828"/>
    <p:sldLayoutId xmlns:r="http://schemas.openxmlformats.org/officeDocument/2006/relationships" id="2147483654" r:id="Rb129182cad544ec3"/>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32e3324e6b314764" /><Relationship Type="http://schemas.openxmlformats.org/officeDocument/2006/relationships/notesSlide" Target="/ppt/notesSlides/notesSlide1.xml" Id="Rfda334e0d5474656"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f23cdbbae5014695" /><Relationship Type="http://schemas.openxmlformats.org/officeDocument/2006/relationships/notesSlide" Target="/ppt/notesSlides/notesSlide2.xml" Id="R1fb4bb86b81d4482"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5ee30cfea185492a" /><Relationship Type="http://schemas.openxmlformats.org/officeDocument/2006/relationships/notesSlide" Target="/ppt/notesSlides/notesSlide3.xml" Id="R9e678116d3a14b0b"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f7e92377669d43c5" /><Relationship Type="http://schemas.openxmlformats.org/officeDocument/2006/relationships/notesSlide" Target="/ppt/notesSlides/notesSlide4.xml" Id="R62363b72c3d74682"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d3c935aa71524e86" /><Relationship Type="http://schemas.openxmlformats.org/officeDocument/2006/relationships/notesSlide" Target="/ppt/notesSlides/notesSlide5.xml" Id="Rcde90bda3fd24d2b"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8802f73d14a049b6" /><Relationship Type="http://schemas.openxmlformats.org/officeDocument/2006/relationships/notesSlide" Target="/ppt/notesSlides/notesSlide6.xml" Id="R75085b28fc36437a"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232f79bf72c843c2" /><Relationship Type="http://schemas.openxmlformats.org/officeDocument/2006/relationships/notesSlide" Target="/ppt/notesSlides/notesSlide7.xml" Id="Re29b86d755c243c7"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a60ba72b37d44e83" /><Relationship Type="http://schemas.openxmlformats.org/officeDocument/2006/relationships/chart" Target="/ppt/slides/charts/chart1.xml" Id="Rb6c793098b8d4a79" /><Relationship Type="http://schemas.openxmlformats.org/officeDocument/2006/relationships/notesSlide" Target="/ppt/notesSlides/notesSlide8.xml" Id="Rb888e34979184e48"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3ab09e83581e4468" /><Relationship Type="http://schemas.openxmlformats.org/officeDocument/2006/relationships/chart" Target="/ppt/slides/charts/chart2.xml" Id="R200b337365564d03" /><Relationship Type="http://schemas.openxmlformats.org/officeDocument/2006/relationships/notesSlide" Target="/ppt/notesSlides/notesSlide9.xml" Id="Rd057a0839da244d5"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4cb5ac6789f84f80" /><Relationship Type="http://schemas.openxmlformats.org/officeDocument/2006/relationships/notesSlide" Target="/ppt/notesSlides/notesSlide10.xml" Id="R04fe0e3ef41341cc"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4c2eec8c23574928" /><Relationship Type="http://schemas.openxmlformats.org/officeDocument/2006/relationships/notesSlide" Target="/ppt/notesSlides/notesSlide11.xml" Id="R997100946b9e462a"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e0be68bfca344ab9" /><Relationship Type="http://schemas.openxmlformats.org/officeDocument/2006/relationships/notesSlide" Target="/ppt/notesSlides/notesSlide12.xml" Id="R877458969600415f"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Détection (%)</c:v>
          </c:tx>
          <c:spPr>
            <a:solidFill xmlns:a="http://schemas.openxmlformats.org/drawingml/2006/main">
              <a:srgbClr val="7651AB"/>
            </a:solidFill>
          </c:spPr>
          <c:invertIfNegative val="0"/>
          <c:cat>
            <c:strRef>
              <c:f>'Chart Data'!$A$2:$A$3</c:f>
              <c:strCache>
                <c:ptCount val="2"/>
                <c:pt idx="0">
                  <c:v>Baseline</c:v>
                </c:pt>
                <c:pt idx="1">
                  <c:v>V2</c:v>
                </c:pt>
              </c:strCache>
            </c:strRef>
          </c:cat>
          <c:val>
            <c:numRef>
              <c:f>'Chart Data'!$B$2:$B$3</c:f>
              <c:numCache>
                <c:formatCode>General</c:formatCode>
                <c:ptCount val="2"/>
                <c:pt idx="0">
                  <c:v>55</c:v>
                </c:pt>
                <c:pt idx="1">
                  <c:v>100</c:v>
                </c:pt>
              </c:numCache>
            </c:numRef>
          </c:val>
        </c:ser>
        <c:dLbls>
          <c:txPr>
            <a:bodyPr xmlns:a="http://schemas.openxmlformats.org/drawingml/2006/main" anchorCtr="1"/>
            <a:lstStyle xmlns:a="http://schemas.openxmlformats.org/drawingml/2006/main"/>
            <a:p xmlns:a="http://schemas.openxmlformats.org/drawingml/2006/main">
              <a:pPr>
                <a:defRPr sz="1650" b="1">
                  <a:solidFill>
                    <a:srgbClr val="26203B"/>
                  </a:solidFill>
                  <a:latin typeface="DejaVu Sans"/>
                  <a:ea typeface="DejaVu Sans"/>
                  <a:cs typeface="DejaVu Sans"/>
                </a:defRPr>
              </a:pPr>
            </a:p>
          </c:txPr>
          <c:dLblPos val="outEnd"/>
          <c:showLegendKey val="0"/>
          <c:showVal val="1"/>
          <c:showCatName val="0"/>
          <c:showSerName val="0"/>
          <c:showPercent val="0"/>
          <c:showBubbleSize val="0"/>
          <c:showLeaderLines val="0"/>
        </c:dLbls>
        <c:gapWidth val="10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666666"/>
                </a:solidFill>
                <a:latin typeface="DejaVu Sans"/>
                <a:ea typeface="DejaVu Sans"/>
                <a:cs typeface="DejaVu Sans"/>
              </a:defRPr>
            </a:pPr>
          </a:p>
        </c:txPr>
        <c:crossAx val="48672768"/>
      </c:catAx>
      <c:valAx>
        <c:axId val="48672768"/>
        <c:scaling>
          <c:orientation val="minMax"/>
          <c:max val="110"/>
          <c:min val="0"/>
        </c:scaling>
        <c:delete val="0"/>
        <c:axPos val="l"/>
        <c:majorGridlines>
          <c:spPr>
            <a:ln xmlns:a="http://schemas.openxmlformats.org/drawingml/2006/main" w="9525">
              <a:solidFill>
                <a:srgbClr val="E2DCEB"/>
              </a:solidFill>
              <a:prstDash val="solid"/>
            </a:ln>
          </c:spPr>
        </c:majorGridlines>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DejaVu Sans"/>
                <a:ea typeface="DejaVu Sans"/>
                <a:cs typeface="DejaVu Sans"/>
              </a:defRPr>
            </a:pPr>
          </a:p>
        </c:txPr>
        <c:crossAx val="48650112"/>
        <c:crossBetween val="between"/>
        <c:majorUnit val="25"/>
      </c:valAx>
      <c:spPr>
        <a:noFill xmlns:a="http://schemas.openxmlformats.org/drawingml/2006/main"/>
      </c:spPr>
    </c:plotArea>
    <c:plotVisOnly val="1"/>
  </c:chart>
  <c:spPr>
    <a:noFill xmlns:a="http://schemas.openxmlformats.org/drawingml/2006/main"/>
    <a:ln xmlns:a="http://schemas.openxmlformats.org/drawingml/2006/main" w="0">
      <a:noFill/>
      <a:prstDash val="solid"/>
    </a:l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Fausses alertes</c:v>
          </c:tx>
          <c:spPr>
            <a:solidFill xmlns:a="http://schemas.openxmlformats.org/drawingml/2006/main">
              <a:srgbClr val="7651AB"/>
            </a:solidFill>
          </c:spPr>
          <c:invertIfNegative val="0"/>
          <c:cat>
            <c:strRef>
              <c:f>'Chart Data'!$A$2:$A$4</c:f>
              <c:strCache>
                <c:ptCount val="3"/>
                <c:pt idx="0">
                  <c:v>Baseline</c:v>
                </c:pt>
                <c:pt idx="1">
                  <c:v>V1 stricte</c:v>
                </c:pt>
                <c:pt idx="2">
                  <c:v>V2</c:v>
                </c:pt>
              </c:strCache>
            </c:strRef>
          </c:cat>
          <c:val>
            <c:numRef>
              <c:f>'Chart Data'!$B$2:$B$4</c:f>
              <c:numCache>
                <c:formatCode>General</c:formatCode>
                <c:ptCount val="3"/>
                <c:pt idx="0">
                  <c:v>115</c:v>
                </c:pt>
                <c:pt idx="1">
                  <c:v>103</c:v>
                </c:pt>
                <c:pt idx="2">
                  <c:v>0</c:v>
                </c:pt>
              </c:numCache>
            </c:numRef>
          </c:val>
        </c:ser>
        <c:dLbls>
          <c:txPr>
            <a:bodyPr xmlns:a="http://schemas.openxmlformats.org/drawingml/2006/main" anchorCtr="1"/>
            <a:lstStyle xmlns:a="http://schemas.openxmlformats.org/drawingml/2006/main"/>
            <a:p xmlns:a="http://schemas.openxmlformats.org/drawingml/2006/main">
              <a:pPr>
                <a:defRPr sz="1650" b="1">
                  <a:solidFill>
                    <a:srgbClr val="26203B"/>
                  </a:solidFill>
                  <a:latin typeface="DejaVu Sans"/>
                  <a:ea typeface="DejaVu Sans"/>
                  <a:cs typeface="DejaVu Sans"/>
                </a:defRPr>
              </a:pPr>
            </a:p>
          </c:txPr>
          <c:dLblPos val="outEnd"/>
          <c:showLegendKey val="0"/>
          <c:showVal val="1"/>
          <c:showCatName val="0"/>
          <c:showSerName val="0"/>
          <c:showPercent val="0"/>
          <c:showBubbleSize val="0"/>
          <c:showLeaderLines val="0"/>
        </c:dLbls>
        <c:gapWidth val="10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666666"/>
                </a:solidFill>
                <a:latin typeface="DejaVu Sans"/>
                <a:ea typeface="DejaVu Sans"/>
                <a:cs typeface="DejaVu Sans"/>
              </a:defRPr>
            </a:pPr>
          </a:p>
        </c:txPr>
        <c:crossAx val="48672768"/>
      </c:catAx>
      <c:valAx>
        <c:axId val="48672768"/>
        <c:scaling>
          <c:orientation val="minMax"/>
          <c:max val="130"/>
          <c:min val="0"/>
        </c:scaling>
        <c:delete val="0"/>
        <c:axPos val="l"/>
        <c:majorGridlines>
          <c:spPr>
            <a:ln xmlns:a="http://schemas.openxmlformats.org/drawingml/2006/main" w="9525">
              <a:solidFill>
                <a:srgbClr val="E2DCEB"/>
              </a:solidFill>
              <a:prstDash val="solid"/>
            </a:ln>
          </c:spPr>
        </c:majorGridlines>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DejaVu Sans"/>
                <a:ea typeface="DejaVu Sans"/>
                <a:cs typeface="DejaVu Sans"/>
              </a:defRPr>
            </a:pPr>
          </a:p>
        </c:txPr>
        <c:crossAx val="48650112"/>
        <c:crossBetween val="between"/>
        <c:majorUnit val="30"/>
      </c:valAx>
      <c:spPr>
        <a:noFill xmlns:a="http://schemas.openxmlformats.org/drawingml/2006/main"/>
      </c:spPr>
    </c:plotArea>
    <c:plotVisOnly val="1"/>
  </c:chart>
  <c:spPr>
    <a:noFill xmlns:a="http://schemas.openxmlformats.org/drawingml/2006/main"/>
    <a:ln xmlns:a="http://schemas.openxmlformats.org/drawingml/2006/main" w="0">
      <a:noFill/>
      <a:prstDash val="solid"/>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AF8FE"/>
        </a:solidFill>
      </p:bgPr>
    </p:bg>
    <p:spTree>
      <p:nvGrpSpPr>
        <p:cNvPr id="1" name=""/>
        <p:cNvGrpSpPr/>
        <p:nvPr/>
      </p:nvGrpSpPr>
      <p:grpSpPr>
        <a:xfrm xmlns:a="http://schemas.openxmlformats.org/drawingml/2006/main"/>
      </p:grpSpPr>
      <p:sp>
        <p:nvSpPr>
          <p:cNvPr id="7" name="title">
            <a:extLst xmlns:a="http://schemas.openxmlformats.org/drawingml/2006/main">
              <a:ext uri="{FF2B5EF4-FFF2-40B4-BE49-F238E27FC236}">
                <a16:creationId xmlns:a16="http://schemas.microsoft.com/office/drawing/2014/main" id="{14F4E0BC-55A6-4BA7-BA22-6DDD11344A17}"/>
              </a:ext>
            </a:extLst>
          </p:cNvPr>
          <p:cNvSpPr>
            <a:spLocks xmlns:a="http://schemas.openxmlformats.org/drawingml/2006/main" noGrp="1"/>
          </p:cNvSpPr>
          <p:nvPr/>
        </p:nvSpPr>
        <p:spPr>
          <a:xfrm xmlns:a="http://schemas.openxmlformats.org/drawingml/2006/main">
            <a:off x="685800" y="1333500"/>
            <a:ext cx="10820400" cy="1762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4350" b="1">
                <a:solidFill>
                  <a:srgbClr val="26203B"/>
                </a:solidFill>
                <a:latin typeface="DejaVu Sans"/>
                <a:ea typeface="DejaVu Sans"/>
                <a:cs typeface="DejaVu Sans"/>
              </a:defRPr>
            </a:defPPr>
          </a:lstStyle>
          <a:p xmlns:a="http://schemas.openxmlformats.org/drawingml/2006/main">
            <a:pPr>
              <a:defRPr sz="4350" b="1">
                <a:solidFill>
                  <a:srgbClr val="26203B"/>
                </a:solidFill>
                <a:latin typeface="DejaVu Sans"/>
                <a:ea typeface="DejaVu Sans"/>
                <a:cs typeface="DejaVu Sans"/>
              </a:defRPr>
            </a:pPr>
            <a:r>
              <a:rPr sz="4350" b="1">
                <a:solidFill>
                  <a:srgbClr val="26203B"/>
                </a:solidFill>
                <a:latin typeface="DejaVu Sans"/>
                <a:ea typeface="DejaVu Sans"/>
                <a:cs typeface="DejaVu Sans"/>
              </a:rPr>
              <a:t>Traçabilité et licences</a:t>
            </a:r>
          </a:p>
          <a:p xmlns:a="http://schemas.openxmlformats.org/drawingml/2006/main">
            <a:pPr>
              <a:defRPr sz="4350" b="1">
                <a:solidFill>
                  <a:srgbClr val="26203B"/>
                </a:solidFill>
                <a:latin typeface="DejaVu Sans"/>
                <a:ea typeface="DejaVu Sans"/>
                <a:cs typeface="DejaVu Sans"/>
              </a:defRPr>
            </a:pPr>
            <a:r>
              <a:rPr sz="4350" b="1">
                <a:solidFill>
                  <a:srgbClr val="26203B"/>
                </a:solidFill>
                <a:latin typeface="DejaVu Sans"/>
                <a:ea typeface="DejaVu Sans"/>
                <a:cs typeface="DejaVu Sans"/>
              </a:rPr>
              <a:t>des générations</a:t>
            </a:r>
          </a:p>
        </p:txBody>
      </p:sp>
      <p:sp>
        <p:nvSpPr>
          <p:cNvPr id="2" name="subtitle">
            <a:extLst xmlns:a="http://schemas.openxmlformats.org/drawingml/2006/main">
              <a:ext uri="{FF2B5EF4-FFF2-40B4-BE49-F238E27FC236}">
                <a16:creationId xmlns:a16="http://schemas.microsoft.com/office/drawing/2014/main" id="{F31B3058-A47A-45FE-AB0C-7DAF8F64B634}"/>
              </a:ext>
            </a:extLst>
          </p:cNvPr>
          <p:cNvSpPr>
            <a:spLocks xmlns:a="http://schemas.openxmlformats.org/drawingml/2006/main" noGrp="1"/>
          </p:cNvSpPr>
          <p:nvPr/>
        </p:nvSpPr>
        <p:spPr>
          <a:xfrm xmlns:a="http://schemas.openxmlformats.org/drawingml/2006/main">
            <a:off x="685800" y="3314700"/>
            <a:ext cx="108204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2100" b="0">
                <a:solidFill>
                  <a:srgbClr val="7651AB"/>
                </a:solidFill>
                <a:latin typeface="DejaVu Sans"/>
                <a:ea typeface="DejaVu Sans"/>
                <a:cs typeface="DejaVu Sans"/>
              </a:defRPr>
            </a:defPPr>
          </a:lstStyle>
          <a:p xmlns:a="http://schemas.openxmlformats.org/drawingml/2006/main">
            <a:pPr>
              <a:defRPr sz="2100" b="0">
                <a:solidFill>
                  <a:srgbClr val="7651AB"/>
                </a:solidFill>
                <a:latin typeface="DejaVu Sans"/>
                <a:ea typeface="DejaVu Sans"/>
                <a:cs typeface="DejaVu Sans"/>
              </a:defRPr>
            </a:pPr>
            <a:r>
              <a:rPr sz="2100" b="0">
                <a:solidFill>
                  <a:srgbClr val="7651AB"/>
                </a:solidFill>
                <a:latin typeface="DejaVu Sans"/>
                <a:ea typeface="DejaVu Sans"/>
                <a:cs typeface="DejaVu Sans"/>
              </a:rPr>
              <a:t>Projet K2 · Xoxo Gossip Girl · Groupe G26</a:t>
            </a:r>
          </a:p>
        </p:txBody>
      </p:sp>
      <p:sp>
        <p:nvSpPr>
          <p:cNvPr id="3" name="body-0">
            <a:extLst xmlns:a="http://schemas.openxmlformats.org/drawingml/2006/main">
              <a:ext uri="{FF2B5EF4-FFF2-40B4-BE49-F238E27FC236}">
                <a16:creationId xmlns:a16="http://schemas.microsoft.com/office/drawing/2014/main" id="{AB11E231-B728-4AE5-A95D-D828DBD12D41}"/>
              </a:ext>
            </a:extLst>
          </p:cNvPr>
          <p:cNvSpPr>
            <a:spLocks xmlns:a="http://schemas.openxmlformats.org/drawingml/2006/main" noGrp="1"/>
          </p:cNvSpPr>
          <p:nvPr/>
        </p:nvSpPr>
        <p:spPr>
          <a:xfrm xmlns:a="http://schemas.openxmlformats.org/drawingml/2006/main">
            <a:off x="685800" y="4238625"/>
            <a:ext cx="108204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2100" b="0">
                <a:solidFill>
                  <a:srgbClr val="26203B"/>
                </a:solidFill>
                <a:latin typeface="DejaVu Sans"/>
                <a:ea typeface="DejaVu Sans"/>
                <a:cs typeface="DejaVu Sans"/>
              </a:defRPr>
            </a:defPPr>
          </a:lstStyle>
          <a:p xmlns:a="http://schemas.openxmlformats.org/drawingml/2006/main">
            <a:pPr>
              <a:defRPr sz="2100" b="0">
                <a:solidFill>
                  <a:srgbClr val="26203B"/>
                </a:solidFill>
                <a:latin typeface="DejaVu Sans"/>
                <a:ea typeface="DejaVu Sans"/>
                <a:cs typeface="DejaVu Sans"/>
              </a:defRPr>
            </a:pPr>
            <a:r>
              <a:rPr sz="2100" b="0">
                <a:solidFill>
                  <a:srgbClr val="26203B"/>
                </a:solidFill>
                <a:latin typeface="DejaVu Sans"/>
                <a:ea typeface="DejaVu Sans"/>
                <a:cs typeface="DejaVu Sans"/>
              </a:rPr>
              <a:t>Un manifeste par artefact. Un contrôle explicable.</a:t>
            </a:r>
          </a:p>
        </p:txBody>
      </p:sp>
      <p:sp>
        <p:nvSpPr>
          <p:cNvPr id="4" name="body-1">
            <a:extLst xmlns:a="http://schemas.openxmlformats.org/drawingml/2006/main">
              <a:ext uri="{FF2B5EF4-FFF2-40B4-BE49-F238E27FC236}">
                <a16:creationId xmlns:a16="http://schemas.microsoft.com/office/drawing/2014/main" id="{B9A4DDB9-38BD-4BD9-92B3-345BC88BF1A8}"/>
              </a:ext>
            </a:extLst>
          </p:cNvPr>
          <p:cNvSpPr>
            <a:spLocks xmlns:a="http://schemas.openxmlformats.org/drawingml/2006/main" noGrp="1"/>
          </p:cNvSpPr>
          <p:nvPr/>
        </p:nvSpPr>
        <p:spPr>
          <a:xfrm xmlns:a="http://schemas.openxmlformats.org/drawingml/2006/main">
            <a:off x="685800" y="4905375"/>
            <a:ext cx="108204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2100" b="0">
                <a:solidFill>
                  <a:srgbClr val="696078"/>
                </a:solidFill>
                <a:latin typeface="DejaVu Sans"/>
                <a:ea typeface="DejaVu Sans"/>
                <a:cs typeface="DejaVu Sans"/>
              </a:defRPr>
            </a:defPPr>
          </a:lstStyle>
          <a:p xmlns:a="http://schemas.openxmlformats.org/drawingml/2006/main">
            <a:pPr>
              <a:defRPr sz="2100" b="0">
                <a:solidFill>
                  <a:srgbClr val="696078"/>
                </a:solidFill>
                <a:latin typeface="DejaVu Sans"/>
                <a:ea typeface="DejaVu Sans"/>
                <a:cs typeface="DejaVu Sans"/>
              </a:defRPr>
            </a:pPr>
            <a:r>
              <a:rPr sz="2100" b="0">
                <a:solidFill>
                  <a:srgbClr val="696078"/>
                </a:solidFill>
                <a:latin typeface="DejaVu Sans"/>
                <a:ea typeface="DejaVu Sans"/>
                <a:cs typeface="DejaVu Sans"/>
              </a:rPr>
              <a:t>Démonstrateur hors ligne à contenus simulés.</a:t>
            </a:r>
          </a:p>
        </p:txBody>
      </p:sp>
      <p:sp>
        <p:nvSpPr>
          <p:cNvPr id="5" name="page">
            <a:extLst xmlns:a="http://schemas.openxmlformats.org/drawingml/2006/main">
              <a:ext uri="{FF2B5EF4-FFF2-40B4-BE49-F238E27FC236}">
                <a16:creationId xmlns:a16="http://schemas.microsoft.com/office/drawing/2014/main" id="{7CD88AAC-B0DB-4209-9C25-7943E79A739A}"/>
              </a:ext>
            </a:extLst>
          </p:cNvPr>
          <p:cNvSpPr>
            <a:spLocks xmlns:a="http://schemas.openxmlformats.org/drawingml/2006/main" noGrp="1"/>
          </p:cNvSpPr>
          <p:nvPr/>
        </p:nvSpPr>
        <p:spPr>
          <a:xfrm xmlns:a="http://schemas.openxmlformats.org/drawingml/2006/main">
            <a:off x="10477500" y="6419850"/>
            <a:ext cx="1047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1125" b="0">
                <a:solidFill>
                  <a:srgbClr val="696078"/>
                </a:solidFill>
                <a:latin typeface="DejaVu Sans"/>
                <a:ea typeface="DejaVu Sans"/>
                <a:cs typeface="DejaVu Sans"/>
              </a:defRPr>
            </a:defPPr>
          </a:lstStyle>
          <a:p xmlns:a="http://schemas.openxmlformats.org/drawingml/2006/main">
            <a:pPr>
              <a:defRPr sz="1125" b="0">
                <a:solidFill>
                  <a:srgbClr val="696078"/>
                </a:solidFill>
                <a:latin typeface="DejaVu Sans"/>
                <a:ea typeface="DejaVu Sans"/>
                <a:cs typeface="DejaVu Sans"/>
              </a:defRPr>
            </a:pPr>
            <a:r>
              <a:rPr sz="1125" b="0">
                <a:solidFill>
                  <a:srgbClr val="696078"/>
                </a:solidFill>
                <a:latin typeface="DejaVu Sans"/>
                <a:ea typeface="DejaVu Sans"/>
                <a:cs typeface="DejaVu Sans"/>
              </a:rPr>
              <a:t>01 / 12</a:t>
            </a:r>
          </a:p>
        </p:txBody>
      </p:sp>
      <p:sp>
        <p:nvSpPr>
          <p:cNvPr id="6" name="footer">
            <a:extLst xmlns:a="http://schemas.openxmlformats.org/drawingml/2006/main">
              <a:ext uri="{FF2B5EF4-FFF2-40B4-BE49-F238E27FC236}">
                <a16:creationId xmlns:a16="http://schemas.microsoft.com/office/drawing/2014/main" id="{BFF2466D-B9AA-4985-A7F9-8B7A727C5A8C}"/>
              </a:ext>
            </a:extLst>
          </p:cNvPr>
          <p:cNvSpPr>
            <a:spLocks xmlns:a="http://schemas.openxmlformats.org/drawingml/2006/main" noGrp="1"/>
          </p:cNvSpPr>
          <p:nvPr/>
        </p:nvSpPr>
        <p:spPr>
          <a:xfrm xmlns:a="http://schemas.openxmlformats.org/drawingml/2006/main">
            <a:off x="685800" y="6419850"/>
            <a:ext cx="6191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1125" b="0">
                <a:solidFill>
                  <a:srgbClr val="696078"/>
                </a:solidFill>
                <a:latin typeface="DejaVu Sans"/>
                <a:ea typeface="DejaVu Sans"/>
                <a:cs typeface="DejaVu Sans"/>
              </a:defRPr>
            </a:defPPr>
          </a:lstStyle>
          <a:p xmlns:a="http://schemas.openxmlformats.org/drawingml/2006/main">
            <a:pPr>
              <a:defRPr sz="1125" b="0">
                <a:solidFill>
                  <a:srgbClr val="696078"/>
                </a:solidFill>
                <a:latin typeface="DejaVu Sans"/>
                <a:ea typeface="DejaVu Sans"/>
                <a:cs typeface="DejaVu Sans"/>
              </a:defRPr>
            </a:pPr>
            <a:r>
              <a:rPr sz="1125" b="0">
                <a:solidFill>
                  <a:srgbClr val="696078"/>
                </a:solidFill>
                <a:latin typeface="DejaVu Sans"/>
                <a:ea typeface="DejaVu Sans"/>
                <a:cs typeface="DejaVu Sans"/>
              </a:rPr>
              <a:t>K2 · G26 · Xoxo Gossip Girl</a:t>
            </a:r>
          </a:p>
        </p:txBody>
      </p:sp>
    </p:spTree>
    <p:extLst>
      <p:ext uri="{BB962C8B-B14F-4D97-AF65-F5344CB8AC3E}">
        <p14:creationId xmlns:p14="http://schemas.microsoft.com/office/powerpoint/2010/main" val="508633862"/>
      </p:ext>
    </p:extLst>
  </p:cSld>
</p:sld>
</file>

<file path=ppt/slides/slide2.xml><?xml version="1.0" encoding="utf-8"?>
<p:sld xmlns:p="http://schemas.openxmlformats.org/presentationml/2006/main">
  <p:cSld>
    <p:bg>
      <p:bgPr>
        <a:solidFill xmlns:a="http://schemas.openxmlformats.org/drawingml/2006/main">
          <a:srgbClr val="FAF8FE"/>
        </a:solidFill>
      </p:bgPr>
    </p:bg>
    <p:spTree>
      <p:nvGrpSpPr>
        <p:cNvPr id="1" name=""/>
        <p:cNvGrpSpPr/>
        <p:nvPr/>
      </p:nvGrpSpPr>
      <p:grpSpPr>
        <a:xfrm xmlns:a="http://schemas.openxmlformats.org/drawingml/2006/main"/>
      </p:grpSpPr>
      <p:sp>
        <p:nvSpPr>
          <p:cNvPr id="8" name="title">
            <a:extLst xmlns:a="http://schemas.openxmlformats.org/drawingml/2006/main">
              <a:ext uri="{FF2B5EF4-FFF2-40B4-BE49-F238E27FC236}">
                <a16:creationId xmlns:a16="http://schemas.microsoft.com/office/drawing/2014/main" id="{7D73F979-F2AF-443E-8240-ABEBC6BBC66B}"/>
              </a:ext>
            </a:extLst>
          </p:cNvPr>
          <p:cNvSpPr>
            <a:spLocks xmlns:a="http://schemas.openxmlformats.org/drawingml/2006/main" noGrp="1"/>
          </p:cNvSpPr>
          <p:nvPr/>
        </p:nvSpPr>
        <p:spPr>
          <a:xfrm xmlns:a="http://schemas.openxmlformats.org/drawingml/2006/main">
            <a:off x="685800" y="552450"/>
            <a:ext cx="1082040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3150" b="1">
                <a:solidFill>
                  <a:srgbClr val="26203B"/>
                </a:solidFill>
                <a:latin typeface="DejaVu Sans"/>
                <a:ea typeface="DejaVu Sans"/>
                <a:cs typeface="DejaVu Sans"/>
              </a:defRPr>
            </a:defPPr>
          </a:lstStyle>
          <a:p xmlns:a="http://schemas.openxmlformats.org/drawingml/2006/main">
            <a:pPr>
              <a:defRPr sz="3150" b="1">
                <a:solidFill>
                  <a:srgbClr val="26203B"/>
                </a:solidFill>
                <a:latin typeface="DejaVu Sans"/>
                <a:ea typeface="DejaVu Sans"/>
                <a:cs typeface="DejaVu Sans"/>
              </a:defRPr>
            </a:pPr>
            <a:r>
              <a:rPr sz="3150" b="1">
                <a:solidFill>
                  <a:srgbClr val="26203B"/>
                </a:solidFill>
                <a:latin typeface="DejaVu Sans"/>
                <a:ea typeface="DejaVu Sans"/>
                <a:cs typeface="DejaVu Sans"/>
              </a:rPr>
              <a:t>Le besoin de traçabilité</a:t>
            </a:r>
          </a:p>
        </p:txBody>
      </p:sp>
      <p:sp>
        <p:nvSpPr>
          <p:cNvPr id="2" name="subtitle">
            <a:extLst xmlns:a="http://schemas.openxmlformats.org/drawingml/2006/main">
              <a:ext uri="{FF2B5EF4-FFF2-40B4-BE49-F238E27FC236}">
                <a16:creationId xmlns:a16="http://schemas.microsoft.com/office/drawing/2014/main" id="{15D540DF-8629-4E04-8C6A-A1E8492BD063}"/>
              </a:ext>
            </a:extLst>
          </p:cNvPr>
          <p:cNvSpPr>
            <a:spLocks xmlns:a="http://schemas.openxmlformats.org/drawingml/2006/main" noGrp="1"/>
          </p:cNvSpPr>
          <p:nvPr/>
        </p:nvSpPr>
        <p:spPr>
          <a:xfrm xmlns:a="http://schemas.openxmlformats.org/drawingml/2006/main">
            <a:off x="685800" y="1657350"/>
            <a:ext cx="108204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1800" b="0">
                <a:solidFill>
                  <a:srgbClr val="7651AB"/>
                </a:solidFill>
                <a:latin typeface="DejaVu Sans"/>
                <a:ea typeface="DejaVu Sans"/>
                <a:cs typeface="DejaVu Sans"/>
              </a:defRPr>
            </a:defPPr>
          </a:lstStyle>
          <a:p xmlns:a="http://schemas.openxmlformats.org/drawingml/2006/main">
            <a:pPr>
              <a:defRPr sz="1800" b="0">
                <a:solidFill>
                  <a:srgbClr val="7651AB"/>
                </a:solidFill>
                <a:latin typeface="DejaVu Sans"/>
                <a:ea typeface="DejaVu Sans"/>
                <a:cs typeface="DejaVu Sans"/>
              </a:defRPr>
            </a:pPr>
            <a:r>
              <a:rPr sz="1800" b="0">
                <a:solidFill>
                  <a:srgbClr val="7651AB"/>
                </a:solidFill>
                <a:latin typeface="DejaVu Sans"/>
                <a:ea typeface="DejaVu Sans"/>
                <a:cs typeface="DejaVu Sans"/>
              </a:rPr>
              <a:t>Une décision d’usage doit pouvoir se justifier</a:t>
            </a:r>
          </a:p>
        </p:txBody>
      </p:sp>
      <p:sp>
        <p:nvSpPr>
          <p:cNvPr id="3" name="body-0">
            <a:extLst xmlns:a="http://schemas.openxmlformats.org/drawingml/2006/main">
              <a:ext uri="{FF2B5EF4-FFF2-40B4-BE49-F238E27FC236}">
                <a16:creationId xmlns:a16="http://schemas.microsoft.com/office/drawing/2014/main" id="{D87535F1-2EA3-4A62-B7AB-5D8E13BFEBC0}"/>
              </a:ext>
            </a:extLst>
          </p:cNvPr>
          <p:cNvSpPr>
            <a:spLocks xmlns:a="http://schemas.openxmlformats.org/drawingml/2006/main" noGrp="1"/>
          </p:cNvSpPr>
          <p:nvPr/>
        </p:nvSpPr>
        <p:spPr>
          <a:xfrm xmlns:a="http://schemas.openxmlformats.org/drawingml/2006/main">
            <a:off x="685800" y="2619375"/>
            <a:ext cx="108204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2175" b="0">
                <a:solidFill>
                  <a:srgbClr val="26203B"/>
                </a:solidFill>
                <a:latin typeface="DejaVu Sans"/>
                <a:ea typeface="DejaVu Sans"/>
                <a:cs typeface="DejaVu Sans"/>
              </a:defRPr>
            </a:defPPr>
          </a:lstStyle>
          <a:p xmlns:a="http://schemas.openxmlformats.org/drawingml/2006/main">
            <a:pPr>
              <a:defRPr sz="2175" b="0">
                <a:solidFill>
                  <a:srgbClr val="26203B"/>
                </a:solidFill>
                <a:latin typeface="DejaVu Sans"/>
                <a:ea typeface="DejaVu Sans"/>
                <a:cs typeface="DejaVu Sans"/>
              </a:defRPr>
            </a:pPr>
            <a:r>
              <a:rPr sz="2175" b="0">
                <a:solidFill>
                  <a:srgbClr val="26203B"/>
                </a:solidFill>
                <a:latin typeface="DejaVu Sans"/>
                <a:ea typeface="DejaVu Sans"/>
                <a:cs typeface="DejaVu Sans"/>
              </a:rPr>
              <a:t>Quels modèles et quelles sources ont servi à produire le contenu ?</a:t>
            </a:r>
          </a:p>
        </p:txBody>
      </p:sp>
      <p:sp>
        <p:nvSpPr>
          <p:cNvPr id="4" name="body-1">
            <a:extLst xmlns:a="http://schemas.openxmlformats.org/drawingml/2006/main">
              <a:ext uri="{FF2B5EF4-FFF2-40B4-BE49-F238E27FC236}">
                <a16:creationId xmlns:a16="http://schemas.microsoft.com/office/drawing/2014/main" id="{17D105ED-C0C4-462A-AA8F-DA6250B739E8}"/>
              </a:ext>
            </a:extLst>
          </p:cNvPr>
          <p:cNvSpPr>
            <a:spLocks xmlns:a="http://schemas.openxmlformats.org/drawingml/2006/main" noGrp="1"/>
          </p:cNvSpPr>
          <p:nvPr/>
        </p:nvSpPr>
        <p:spPr>
          <a:xfrm xmlns:a="http://schemas.openxmlformats.org/drawingml/2006/main">
            <a:off x="685800" y="3419475"/>
            <a:ext cx="108204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2175" b="0">
                <a:solidFill>
                  <a:srgbClr val="696078"/>
                </a:solidFill>
                <a:latin typeface="DejaVu Sans"/>
                <a:ea typeface="DejaVu Sans"/>
                <a:cs typeface="DejaVu Sans"/>
              </a:defRPr>
            </a:defPPr>
          </a:lstStyle>
          <a:p xmlns:a="http://schemas.openxmlformats.org/drawingml/2006/main">
            <a:pPr>
              <a:defRPr sz="2175" b="0">
                <a:solidFill>
                  <a:srgbClr val="696078"/>
                </a:solidFill>
                <a:latin typeface="DejaVu Sans"/>
                <a:ea typeface="DejaVu Sans"/>
                <a:cs typeface="DejaVu Sans"/>
              </a:defRPr>
            </a:pPr>
            <a:r>
              <a:rPr sz="2175" b="0">
                <a:solidFill>
                  <a:srgbClr val="696078"/>
                </a:solidFill>
                <a:latin typeface="DejaVu Sans"/>
                <a:ea typeface="DejaVu Sans"/>
                <a:cs typeface="DejaVu Sans"/>
              </a:rPr>
              <a:t>Quelles transformations ont été appliquées ?</a:t>
            </a:r>
          </a:p>
        </p:txBody>
      </p:sp>
      <p:sp>
        <p:nvSpPr>
          <p:cNvPr id="5" name="body-2">
            <a:extLst xmlns:a="http://schemas.openxmlformats.org/drawingml/2006/main">
              <a:ext uri="{FF2B5EF4-FFF2-40B4-BE49-F238E27FC236}">
                <a16:creationId xmlns:a16="http://schemas.microsoft.com/office/drawing/2014/main" id="{8CE06647-F2A4-407F-8E4C-0819EF05D6C8}"/>
              </a:ext>
            </a:extLst>
          </p:cNvPr>
          <p:cNvSpPr>
            <a:spLocks xmlns:a="http://schemas.openxmlformats.org/drawingml/2006/main" noGrp="1"/>
          </p:cNvSpPr>
          <p:nvPr/>
        </p:nvSpPr>
        <p:spPr>
          <a:xfrm xmlns:a="http://schemas.openxmlformats.org/drawingml/2006/main">
            <a:off x="685800" y="4219575"/>
            <a:ext cx="108204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2175" b="0">
                <a:solidFill>
                  <a:srgbClr val="696078"/>
                </a:solidFill>
                <a:latin typeface="DejaVu Sans"/>
                <a:ea typeface="DejaVu Sans"/>
                <a:cs typeface="DejaVu Sans"/>
              </a:defRPr>
            </a:defPPr>
          </a:lstStyle>
          <a:p xmlns:a="http://schemas.openxmlformats.org/drawingml/2006/main">
            <a:pPr>
              <a:defRPr sz="2175" b="0">
                <a:solidFill>
                  <a:srgbClr val="696078"/>
                </a:solidFill>
                <a:latin typeface="DejaVu Sans"/>
                <a:ea typeface="DejaVu Sans"/>
                <a:cs typeface="DejaVu Sans"/>
              </a:defRPr>
            </a:pPr>
            <a:r>
              <a:rPr sz="2175" b="0">
                <a:solidFill>
                  <a:srgbClr val="696078"/>
                </a:solidFill>
                <a:latin typeface="DejaVu Sans"/>
                <a:ea typeface="DejaVu Sans"/>
                <a:cs typeface="DejaVu Sans"/>
              </a:rPr>
              <a:t>Les métadonnées permettent-elles de vérifier les contraintes choisies ?</a:t>
            </a:r>
          </a:p>
        </p:txBody>
      </p:sp>
      <p:sp>
        <p:nvSpPr>
          <p:cNvPr id="6" name="page">
            <a:extLst xmlns:a="http://schemas.openxmlformats.org/drawingml/2006/main">
              <a:ext uri="{FF2B5EF4-FFF2-40B4-BE49-F238E27FC236}">
                <a16:creationId xmlns:a16="http://schemas.microsoft.com/office/drawing/2014/main" id="{91B55F36-3AA1-40DA-BC2F-72421AB647D6}"/>
              </a:ext>
            </a:extLst>
          </p:cNvPr>
          <p:cNvSpPr>
            <a:spLocks xmlns:a="http://schemas.openxmlformats.org/drawingml/2006/main" noGrp="1"/>
          </p:cNvSpPr>
          <p:nvPr/>
        </p:nvSpPr>
        <p:spPr>
          <a:xfrm xmlns:a="http://schemas.openxmlformats.org/drawingml/2006/main">
            <a:off x="10477500" y="6419850"/>
            <a:ext cx="1047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1125" b="0">
                <a:solidFill>
                  <a:srgbClr val="696078"/>
                </a:solidFill>
                <a:latin typeface="DejaVu Sans"/>
                <a:ea typeface="DejaVu Sans"/>
                <a:cs typeface="DejaVu Sans"/>
              </a:defRPr>
            </a:defPPr>
          </a:lstStyle>
          <a:p xmlns:a="http://schemas.openxmlformats.org/drawingml/2006/main">
            <a:pPr>
              <a:defRPr sz="1125" b="0">
                <a:solidFill>
                  <a:srgbClr val="696078"/>
                </a:solidFill>
                <a:latin typeface="DejaVu Sans"/>
                <a:ea typeface="DejaVu Sans"/>
                <a:cs typeface="DejaVu Sans"/>
              </a:defRPr>
            </a:pPr>
            <a:r>
              <a:rPr sz="1125" b="0">
                <a:solidFill>
                  <a:srgbClr val="696078"/>
                </a:solidFill>
                <a:latin typeface="DejaVu Sans"/>
                <a:ea typeface="DejaVu Sans"/>
                <a:cs typeface="DejaVu Sans"/>
              </a:rPr>
              <a:t>02 / 12</a:t>
            </a:r>
          </a:p>
        </p:txBody>
      </p:sp>
      <p:sp>
        <p:nvSpPr>
          <p:cNvPr id="7" name="footer">
            <a:extLst xmlns:a="http://schemas.openxmlformats.org/drawingml/2006/main">
              <a:ext uri="{FF2B5EF4-FFF2-40B4-BE49-F238E27FC236}">
                <a16:creationId xmlns:a16="http://schemas.microsoft.com/office/drawing/2014/main" id="{343B837C-453D-444B-B2FA-57745ACBE335}"/>
              </a:ext>
            </a:extLst>
          </p:cNvPr>
          <p:cNvSpPr>
            <a:spLocks xmlns:a="http://schemas.openxmlformats.org/drawingml/2006/main" noGrp="1"/>
          </p:cNvSpPr>
          <p:nvPr/>
        </p:nvSpPr>
        <p:spPr>
          <a:xfrm xmlns:a="http://schemas.openxmlformats.org/drawingml/2006/main">
            <a:off x="685800" y="6419850"/>
            <a:ext cx="6191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1125" b="0">
                <a:solidFill>
                  <a:srgbClr val="696078"/>
                </a:solidFill>
                <a:latin typeface="DejaVu Sans"/>
                <a:ea typeface="DejaVu Sans"/>
                <a:cs typeface="DejaVu Sans"/>
              </a:defRPr>
            </a:defPPr>
          </a:lstStyle>
          <a:p xmlns:a="http://schemas.openxmlformats.org/drawingml/2006/main">
            <a:pPr>
              <a:defRPr sz="1125" b="0">
                <a:solidFill>
                  <a:srgbClr val="696078"/>
                </a:solidFill>
                <a:latin typeface="DejaVu Sans"/>
                <a:ea typeface="DejaVu Sans"/>
                <a:cs typeface="DejaVu Sans"/>
              </a:defRPr>
            </a:pPr>
            <a:r>
              <a:rPr sz="1125" b="0">
                <a:solidFill>
                  <a:srgbClr val="696078"/>
                </a:solidFill>
                <a:latin typeface="DejaVu Sans"/>
                <a:ea typeface="DejaVu Sans"/>
                <a:cs typeface="DejaVu Sans"/>
              </a:rPr>
              <a:t>K2 · G26 · Xoxo Gossip Girl</a:t>
            </a:r>
          </a:p>
        </p:txBody>
      </p:sp>
    </p:spTree>
    <p:extLst>
      <p:ext uri="{BB962C8B-B14F-4D97-AF65-F5344CB8AC3E}">
        <p14:creationId xmlns:p14="http://schemas.microsoft.com/office/powerpoint/2010/main" val="1646770812"/>
      </p:ext>
    </p:extLst>
  </p:cSld>
</p:sld>
</file>

<file path=ppt/slides/slide3.xml><?xml version="1.0" encoding="utf-8"?>
<p:sld xmlns:p="http://schemas.openxmlformats.org/presentationml/2006/main">
  <p:cSld>
    <p:bg>
      <p:bgPr>
        <a:solidFill xmlns:a="http://schemas.openxmlformats.org/drawingml/2006/main">
          <a:srgbClr val="FAF8FE"/>
        </a:solidFill>
      </p:bgPr>
    </p:bg>
    <p:spTree>
      <p:nvGrpSpPr>
        <p:cNvPr id="1" name=""/>
        <p:cNvGrpSpPr/>
        <p:nvPr/>
      </p:nvGrpSpPr>
      <p:grpSpPr>
        <a:xfrm xmlns:a="http://schemas.openxmlformats.org/drawingml/2006/main"/>
      </p:grpSpPr>
      <p:sp>
        <p:nvSpPr>
          <p:cNvPr id="9" name="title">
            <a:extLst xmlns:a="http://schemas.openxmlformats.org/drawingml/2006/main">
              <a:ext uri="{FF2B5EF4-FFF2-40B4-BE49-F238E27FC236}">
                <a16:creationId xmlns:a16="http://schemas.microsoft.com/office/drawing/2014/main" id="{D448B3BC-6838-4873-B8E6-A118FB959721}"/>
              </a:ext>
            </a:extLst>
          </p:cNvPr>
          <p:cNvSpPr>
            <a:spLocks xmlns:a="http://schemas.openxmlformats.org/drawingml/2006/main" noGrp="1"/>
          </p:cNvSpPr>
          <p:nvPr/>
        </p:nvSpPr>
        <p:spPr>
          <a:xfrm xmlns:a="http://schemas.openxmlformats.org/drawingml/2006/main">
            <a:off x="685800" y="552450"/>
            <a:ext cx="1082040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3150" b="1">
                <a:solidFill>
                  <a:srgbClr val="26203B"/>
                </a:solidFill>
                <a:latin typeface="DejaVu Sans"/>
                <a:ea typeface="DejaVu Sans"/>
                <a:cs typeface="DejaVu Sans"/>
              </a:defRPr>
            </a:defPPr>
          </a:lstStyle>
          <a:p xmlns:a="http://schemas.openxmlformats.org/drawingml/2006/main">
            <a:pPr>
              <a:defRPr sz="3150" b="1">
                <a:solidFill>
                  <a:srgbClr val="26203B"/>
                </a:solidFill>
                <a:latin typeface="DejaVu Sans"/>
                <a:ea typeface="DejaVu Sans"/>
                <a:cs typeface="DejaVu Sans"/>
              </a:defRPr>
            </a:pPr>
            <a:r>
              <a:rPr sz="3150" b="1">
                <a:solidFill>
                  <a:srgbClr val="26203B"/>
                </a:solidFill>
                <a:latin typeface="DejaVu Sans"/>
                <a:ea typeface="DejaVu Sans"/>
                <a:cs typeface="DejaVu Sans"/>
              </a:rPr>
              <a:t>Architecture du démonstrateur</a:t>
            </a:r>
          </a:p>
        </p:txBody>
      </p:sp>
      <p:sp>
        <p:nvSpPr>
          <p:cNvPr id="2" name="subtitle">
            <a:extLst xmlns:a="http://schemas.openxmlformats.org/drawingml/2006/main">
              <a:ext uri="{FF2B5EF4-FFF2-40B4-BE49-F238E27FC236}">
                <a16:creationId xmlns:a16="http://schemas.microsoft.com/office/drawing/2014/main" id="{3DAA3794-F90B-4AD3-AB65-61418F63B073}"/>
              </a:ext>
            </a:extLst>
          </p:cNvPr>
          <p:cNvSpPr>
            <a:spLocks xmlns:a="http://schemas.openxmlformats.org/drawingml/2006/main" noGrp="1"/>
          </p:cNvSpPr>
          <p:nvPr/>
        </p:nvSpPr>
        <p:spPr>
          <a:xfrm xmlns:a="http://schemas.openxmlformats.org/drawingml/2006/main">
            <a:off x="685800" y="1657350"/>
            <a:ext cx="108204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1800" b="0">
                <a:solidFill>
                  <a:srgbClr val="7651AB"/>
                </a:solidFill>
                <a:latin typeface="DejaVu Sans"/>
                <a:ea typeface="DejaVu Sans"/>
                <a:cs typeface="DejaVu Sans"/>
              </a:defRPr>
            </a:defPPr>
          </a:lstStyle>
          <a:p xmlns:a="http://schemas.openxmlformats.org/drawingml/2006/main">
            <a:pPr>
              <a:defRPr sz="1800" b="0">
                <a:solidFill>
                  <a:srgbClr val="7651AB"/>
                </a:solidFill>
                <a:latin typeface="DejaVu Sans"/>
                <a:ea typeface="DejaVu Sans"/>
                <a:cs typeface="DejaVu Sans"/>
              </a:defRPr>
            </a:pPr>
            <a:r>
              <a:rPr sz="1800" b="0">
                <a:solidFill>
                  <a:srgbClr val="7651AB"/>
                </a:solidFill>
                <a:latin typeface="DejaVu Sans"/>
                <a:ea typeface="DejaVu Sans"/>
                <a:cs typeface="DejaVu Sans"/>
              </a:rPr>
              <a:t>Des données simulées aux résultats d’audit</a:t>
            </a:r>
          </a:p>
        </p:txBody>
      </p:sp>
      <p:sp>
        <p:nvSpPr>
          <p:cNvPr id="3" name="body-0">
            <a:extLst xmlns:a="http://schemas.openxmlformats.org/drawingml/2006/main">
              <a:ext uri="{FF2B5EF4-FFF2-40B4-BE49-F238E27FC236}">
                <a16:creationId xmlns:a16="http://schemas.microsoft.com/office/drawing/2014/main" id="{28512E2F-0985-4A68-9E92-8B5CA6FF72DE}"/>
              </a:ext>
            </a:extLst>
          </p:cNvPr>
          <p:cNvSpPr>
            <a:spLocks xmlns:a="http://schemas.openxmlformats.org/drawingml/2006/main" noGrp="1"/>
          </p:cNvSpPr>
          <p:nvPr/>
        </p:nvSpPr>
        <p:spPr>
          <a:xfrm xmlns:a="http://schemas.openxmlformats.org/drawingml/2006/main">
            <a:off x="685800" y="2619375"/>
            <a:ext cx="108204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2175" b="0">
                <a:solidFill>
                  <a:srgbClr val="26203B"/>
                </a:solidFill>
                <a:latin typeface="DejaVu Sans"/>
                <a:ea typeface="DejaVu Sans"/>
                <a:cs typeface="DejaVu Sans"/>
              </a:defRPr>
            </a:defPPr>
          </a:lstStyle>
          <a:p xmlns:a="http://schemas.openxmlformats.org/drawingml/2006/main">
            <a:pPr>
              <a:defRPr sz="2175" b="0">
                <a:solidFill>
                  <a:srgbClr val="26203B"/>
                </a:solidFill>
                <a:latin typeface="DejaVu Sans"/>
                <a:ea typeface="DejaVu Sans"/>
                <a:cs typeface="DejaVu Sans"/>
              </a:defRPr>
            </a:pPr>
            <a:r>
              <a:rPr sz="2175" b="0">
                <a:solidFill>
                  <a:srgbClr val="26203B"/>
                </a:solidFill>
                <a:latin typeface="DejaVu Sans"/>
                <a:ea typeface="DejaVu Sans"/>
                <a:cs typeface="DejaVu Sans"/>
              </a:rPr>
              <a:t>Factory produit le contenu et son manifeste JSON.</a:t>
            </a:r>
          </a:p>
        </p:txBody>
      </p:sp>
      <p:sp>
        <p:nvSpPr>
          <p:cNvPr id="4" name="body-1">
            <a:extLst xmlns:a="http://schemas.openxmlformats.org/drawingml/2006/main">
              <a:ext uri="{FF2B5EF4-FFF2-40B4-BE49-F238E27FC236}">
                <a16:creationId xmlns:a16="http://schemas.microsoft.com/office/drawing/2014/main" id="{053D4A06-D99F-4859-97D5-28A40B1C9BC8}"/>
              </a:ext>
            </a:extLst>
          </p:cNvPr>
          <p:cNvSpPr>
            <a:spLocks xmlns:a="http://schemas.openxmlformats.org/drawingml/2006/main" noGrp="1"/>
          </p:cNvSpPr>
          <p:nvPr/>
        </p:nvSpPr>
        <p:spPr>
          <a:xfrm xmlns:a="http://schemas.openxmlformats.org/drawingml/2006/main">
            <a:off x="685800" y="3419475"/>
            <a:ext cx="108204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2175" b="0">
                <a:solidFill>
                  <a:srgbClr val="696078"/>
                </a:solidFill>
                <a:latin typeface="DejaVu Sans"/>
                <a:ea typeface="DejaVu Sans"/>
                <a:cs typeface="DejaVu Sans"/>
              </a:defRPr>
            </a:defPPr>
          </a:lstStyle>
          <a:p xmlns:a="http://schemas.openxmlformats.org/drawingml/2006/main">
            <a:pPr>
              <a:defRPr sz="2175" b="0">
                <a:solidFill>
                  <a:srgbClr val="696078"/>
                </a:solidFill>
                <a:latin typeface="DejaVu Sans"/>
                <a:ea typeface="DejaVu Sans"/>
                <a:cs typeface="DejaVu Sans"/>
              </a:defRPr>
            </a:pPr>
            <a:r>
              <a:rPr sz="2175" b="0">
                <a:solidFill>
                  <a:srgbClr val="696078"/>
                </a:solidFill>
                <a:latin typeface="DejaVu Sans"/>
                <a:ea typeface="DejaVu Sans"/>
                <a:cs typeface="DejaVu Sans"/>
              </a:rPr>
              <a:t>Le registre conserve les empreintes des manifestes parents.</a:t>
            </a:r>
          </a:p>
        </p:txBody>
      </p:sp>
      <p:sp>
        <p:nvSpPr>
          <p:cNvPr id="5" name="body-2">
            <a:extLst xmlns:a="http://schemas.openxmlformats.org/drawingml/2006/main">
              <a:ext uri="{FF2B5EF4-FFF2-40B4-BE49-F238E27FC236}">
                <a16:creationId xmlns:a16="http://schemas.microsoft.com/office/drawing/2014/main" id="{0BCCB2A5-4147-4C3F-984D-0D81FD50FF24}"/>
              </a:ext>
            </a:extLst>
          </p:cNvPr>
          <p:cNvSpPr>
            <a:spLocks xmlns:a="http://schemas.openxmlformats.org/drawingml/2006/main" noGrp="1"/>
          </p:cNvSpPr>
          <p:nvPr/>
        </p:nvSpPr>
        <p:spPr>
          <a:xfrm xmlns:a="http://schemas.openxmlformats.org/drawingml/2006/main">
            <a:off x="685800" y="4219575"/>
            <a:ext cx="108204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2175" b="0">
                <a:solidFill>
                  <a:srgbClr val="696078"/>
                </a:solidFill>
                <a:latin typeface="DejaVu Sans"/>
                <a:ea typeface="DejaVu Sans"/>
                <a:cs typeface="DejaVu Sans"/>
              </a:defRPr>
            </a:defPPr>
          </a:lstStyle>
          <a:p xmlns:a="http://schemas.openxmlformats.org/drawingml/2006/main">
            <a:pPr>
              <a:defRPr sz="2175" b="0">
                <a:solidFill>
                  <a:srgbClr val="696078"/>
                </a:solidFill>
                <a:latin typeface="DejaVu Sans"/>
                <a:ea typeface="DejaVu Sans"/>
                <a:cs typeface="DejaVu Sans"/>
              </a:defRPr>
            </a:pPr>
            <a:r>
              <a:rPr sz="2175" b="0">
                <a:solidFill>
                  <a:srgbClr val="696078"/>
                </a:solidFill>
                <a:latin typeface="DejaVu Sans"/>
                <a:ea typeface="DejaVu Sans"/>
                <a:cs typeface="DejaVu Sans"/>
              </a:rPr>
              <a:t>Le validateur contrôle la structure avant les huit règles.</a:t>
            </a:r>
          </a:p>
        </p:txBody>
      </p:sp>
      <p:sp>
        <p:nvSpPr>
          <p:cNvPr id="6" name="body-3">
            <a:extLst xmlns:a="http://schemas.openxmlformats.org/drawingml/2006/main">
              <a:ext uri="{FF2B5EF4-FFF2-40B4-BE49-F238E27FC236}">
                <a16:creationId xmlns:a16="http://schemas.microsoft.com/office/drawing/2014/main" id="{B5CE255A-2C35-453E-829E-DD02F1E9D77B}"/>
              </a:ext>
            </a:extLst>
          </p:cNvPr>
          <p:cNvSpPr>
            <a:spLocks xmlns:a="http://schemas.openxmlformats.org/drawingml/2006/main" noGrp="1"/>
          </p:cNvSpPr>
          <p:nvPr/>
        </p:nvSpPr>
        <p:spPr>
          <a:xfrm xmlns:a="http://schemas.openxmlformats.org/drawingml/2006/main">
            <a:off x="685800" y="5019675"/>
            <a:ext cx="108204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2175" b="0">
                <a:solidFill>
                  <a:srgbClr val="696078"/>
                </a:solidFill>
                <a:latin typeface="DejaVu Sans"/>
                <a:ea typeface="DejaVu Sans"/>
                <a:cs typeface="DejaVu Sans"/>
              </a:defRPr>
            </a:defPPr>
          </a:lstStyle>
          <a:p xmlns:a="http://schemas.openxmlformats.org/drawingml/2006/main">
            <a:pPr>
              <a:defRPr sz="2175" b="0">
                <a:solidFill>
                  <a:srgbClr val="696078"/>
                </a:solidFill>
                <a:latin typeface="DejaVu Sans"/>
                <a:ea typeface="DejaVu Sans"/>
                <a:cs typeface="DejaVu Sans"/>
              </a:defRPr>
            </a:pPr>
            <a:r>
              <a:rPr sz="2175" b="0">
                <a:solidFill>
                  <a:srgbClr val="696078"/>
                </a:solidFill>
                <a:latin typeface="DejaVu Sans"/>
                <a:ea typeface="DejaVu Sans"/>
                <a:cs typeface="DejaVu Sans"/>
              </a:rPr>
              <a:t>L’évaluation compare les alertes à des violations injectées.</a:t>
            </a:r>
          </a:p>
        </p:txBody>
      </p:sp>
      <p:sp>
        <p:nvSpPr>
          <p:cNvPr id="7" name="page">
            <a:extLst xmlns:a="http://schemas.openxmlformats.org/drawingml/2006/main">
              <a:ext uri="{FF2B5EF4-FFF2-40B4-BE49-F238E27FC236}">
                <a16:creationId xmlns:a16="http://schemas.microsoft.com/office/drawing/2014/main" id="{DAC6C7F4-A580-4FA5-9872-49DEC150687C}"/>
              </a:ext>
            </a:extLst>
          </p:cNvPr>
          <p:cNvSpPr>
            <a:spLocks xmlns:a="http://schemas.openxmlformats.org/drawingml/2006/main" noGrp="1"/>
          </p:cNvSpPr>
          <p:nvPr/>
        </p:nvSpPr>
        <p:spPr>
          <a:xfrm xmlns:a="http://schemas.openxmlformats.org/drawingml/2006/main">
            <a:off x="10477500" y="6419850"/>
            <a:ext cx="1047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1125" b="0">
                <a:solidFill>
                  <a:srgbClr val="696078"/>
                </a:solidFill>
                <a:latin typeface="DejaVu Sans"/>
                <a:ea typeface="DejaVu Sans"/>
                <a:cs typeface="DejaVu Sans"/>
              </a:defRPr>
            </a:defPPr>
          </a:lstStyle>
          <a:p xmlns:a="http://schemas.openxmlformats.org/drawingml/2006/main">
            <a:pPr>
              <a:defRPr sz="1125" b="0">
                <a:solidFill>
                  <a:srgbClr val="696078"/>
                </a:solidFill>
                <a:latin typeface="DejaVu Sans"/>
                <a:ea typeface="DejaVu Sans"/>
                <a:cs typeface="DejaVu Sans"/>
              </a:defRPr>
            </a:pPr>
            <a:r>
              <a:rPr sz="1125" b="0">
                <a:solidFill>
                  <a:srgbClr val="696078"/>
                </a:solidFill>
                <a:latin typeface="DejaVu Sans"/>
                <a:ea typeface="DejaVu Sans"/>
                <a:cs typeface="DejaVu Sans"/>
              </a:rPr>
              <a:t>03 / 12</a:t>
            </a:r>
          </a:p>
        </p:txBody>
      </p:sp>
      <p:sp>
        <p:nvSpPr>
          <p:cNvPr id="8" name="footer">
            <a:extLst xmlns:a="http://schemas.openxmlformats.org/drawingml/2006/main">
              <a:ext uri="{FF2B5EF4-FFF2-40B4-BE49-F238E27FC236}">
                <a16:creationId xmlns:a16="http://schemas.microsoft.com/office/drawing/2014/main" id="{1E2EA964-470D-4078-AABF-149E0C65E7CA}"/>
              </a:ext>
            </a:extLst>
          </p:cNvPr>
          <p:cNvSpPr>
            <a:spLocks xmlns:a="http://schemas.openxmlformats.org/drawingml/2006/main" noGrp="1"/>
          </p:cNvSpPr>
          <p:nvPr/>
        </p:nvSpPr>
        <p:spPr>
          <a:xfrm xmlns:a="http://schemas.openxmlformats.org/drawingml/2006/main">
            <a:off x="685800" y="6419850"/>
            <a:ext cx="6191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1125" b="0">
                <a:solidFill>
                  <a:srgbClr val="696078"/>
                </a:solidFill>
                <a:latin typeface="DejaVu Sans"/>
                <a:ea typeface="DejaVu Sans"/>
                <a:cs typeface="DejaVu Sans"/>
              </a:defRPr>
            </a:defPPr>
          </a:lstStyle>
          <a:p xmlns:a="http://schemas.openxmlformats.org/drawingml/2006/main">
            <a:pPr>
              <a:defRPr sz="1125" b="0">
                <a:solidFill>
                  <a:srgbClr val="696078"/>
                </a:solidFill>
                <a:latin typeface="DejaVu Sans"/>
                <a:ea typeface="DejaVu Sans"/>
                <a:cs typeface="DejaVu Sans"/>
              </a:defRPr>
            </a:pPr>
            <a:r>
              <a:rPr sz="1125" b="0">
                <a:solidFill>
                  <a:srgbClr val="696078"/>
                </a:solidFill>
                <a:latin typeface="DejaVu Sans"/>
                <a:ea typeface="DejaVu Sans"/>
                <a:cs typeface="DejaVu Sans"/>
              </a:rPr>
              <a:t>K2 · G26 · Xoxo Gossip Girl</a:t>
            </a:r>
          </a:p>
        </p:txBody>
      </p:sp>
    </p:spTree>
    <p:extLst>
      <p:ext uri="{BB962C8B-B14F-4D97-AF65-F5344CB8AC3E}">
        <p14:creationId xmlns:p14="http://schemas.microsoft.com/office/powerpoint/2010/main" val="1134580607"/>
      </p:ext>
    </p:extLst>
  </p:cSld>
</p:sld>
</file>

<file path=ppt/slides/slide4.xml><?xml version="1.0" encoding="utf-8"?>
<p:sld xmlns:p="http://schemas.openxmlformats.org/presentationml/2006/main">
  <p:cSld>
    <p:bg>
      <p:bgPr>
        <a:solidFill xmlns:a="http://schemas.openxmlformats.org/drawingml/2006/main">
          <a:srgbClr val="FAF8FE"/>
        </a:solidFill>
      </p:bgPr>
    </p:bg>
    <p:spTree>
      <p:nvGrpSpPr>
        <p:cNvPr id="1" name=""/>
        <p:cNvGrpSpPr/>
        <p:nvPr/>
      </p:nvGrpSpPr>
      <p:grpSpPr>
        <a:xfrm xmlns:a="http://schemas.openxmlformats.org/drawingml/2006/main"/>
      </p:grpSpPr>
      <p:sp>
        <p:nvSpPr>
          <p:cNvPr id="9" name="title">
            <a:extLst xmlns:a="http://schemas.openxmlformats.org/drawingml/2006/main">
              <a:ext uri="{FF2B5EF4-FFF2-40B4-BE49-F238E27FC236}">
                <a16:creationId xmlns:a16="http://schemas.microsoft.com/office/drawing/2014/main" id="{059302CF-5A67-44C6-A4D2-BD9FD1AB2BC1}"/>
              </a:ext>
            </a:extLst>
          </p:cNvPr>
          <p:cNvSpPr>
            <a:spLocks xmlns:a="http://schemas.openxmlformats.org/drawingml/2006/main" noGrp="1"/>
          </p:cNvSpPr>
          <p:nvPr/>
        </p:nvSpPr>
        <p:spPr>
          <a:xfrm xmlns:a="http://schemas.openxmlformats.org/drawingml/2006/main">
            <a:off x="685800" y="552450"/>
            <a:ext cx="1082040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3150" b="1">
                <a:solidFill>
                  <a:srgbClr val="26203B"/>
                </a:solidFill>
                <a:latin typeface="DejaVu Sans"/>
                <a:ea typeface="DejaVu Sans"/>
                <a:cs typeface="DejaVu Sans"/>
              </a:defRPr>
            </a:defPPr>
          </a:lstStyle>
          <a:p xmlns:a="http://schemas.openxmlformats.org/drawingml/2006/main">
            <a:pPr>
              <a:defRPr sz="3150" b="1">
                <a:solidFill>
                  <a:srgbClr val="26203B"/>
                </a:solidFill>
                <a:latin typeface="DejaVu Sans"/>
                <a:ea typeface="DejaVu Sans"/>
                <a:cs typeface="DejaVu Sans"/>
              </a:defRPr>
            </a:pPr>
            <a:r>
              <a:rPr sz="3150" b="1">
                <a:solidFill>
                  <a:srgbClr val="26203B"/>
                </a:solidFill>
                <a:latin typeface="DejaVu Sans"/>
                <a:ea typeface="DejaVu Sans"/>
                <a:cs typeface="DejaVu Sans"/>
              </a:rPr>
              <a:t>Le manifeste JSON</a:t>
            </a:r>
          </a:p>
        </p:txBody>
      </p:sp>
      <p:sp>
        <p:nvSpPr>
          <p:cNvPr id="2" name="subtitle">
            <a:extLst xmlns:a="http://schemas.openxmlformats.org/drawingml/2006/main">
              <a:ext uri="{FF2B5EF4-FFF2-40B4-BE49-F238E27FC236}">
                <a16:creationId xmlns:a16="http://schemas.microsoft.com/office/drawing/2014/main" id="{63136816-616A-460C-B37F-48613904CE57}"/>
              </a:ext>
            </a:extLst>
          </p:cNvPr>
          <p:cNvSpPr>
            <a:spLocks xmlns:a="http://schemas.openxmlformats.org/drawingml/2006/main" noGrp="1"/>
          </p:cNvSpPr>
          <p:nvPr/>
        </p:nvSpPr>
        <p:spPr>
          <a:xfrm xmlns:a="http://schemas.openxmlformats.org/drawingml/2006/main">
            <a:off x="685800" y="1657350"/>
            <a:ext cx="108204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1800" b="0">
                <a:solidFill>
                  <a:srgbClr val="7651AB"/>
                </a:solidFill>
                <a:latin typeface="DejaVu Sans"/>
                <a:ea typeface="DejaVu Sans"/>
                <a:cs typeface="DejaVu Sans"/>
              </a:defRPr>
            </a:defPPr>
          </a:lstStyle>
          <a:p xmlns:a="http://schemas.openxmlformats.org/drawingml/2006/main">
            <a:pPr>
              <a:defRPr sz="1800" b="0">
                <a:solidFill>
                  <a:srgbClr val="7651AB"/>
                </a:solidFill>
                <a:latin typeface="DejaVu Sans"/>
                <a:ea typeface="DejaVu Sans"/>
                <a:cs typeface="DejaVu Sans"/>
              </a:defRPr>
            </a:pPr>
            <a:r>
              <a:rPr sz="1800" b="0">
                <a:solidFill>
                  <a:srgbClr val="7651AB"/>
                </a:solidFill>
                <a:latin typeface="DejaVu Sans"/>
                <a:ea typeface="DejaVu Sans"/>
                <a:cs typeface="DejaVu Sans"/>
              </a:rPr>
              <a:t>Des métadonnées liées au contenu par SHA-256</a:t>
            </a:r>
          </a:p>
        </p:txBody>
      </p:sp>
      <p:sp>
        <p:nvSpPr>
          <p:cNvPr id="3" name="body-0">
            <a:extLst xmlns:a="http://schemas.openxmlformats.org/drawingml/2006/main">
              <a:ext uri="{FF2B5EF4-FFF2-40B4-BE49-F238E27FC236}">
                <a16:creationId xmlns:a16="http://schemas.microsoft.com/office/drawing/2014/main" id="{6A0689B6-7CA3-4958-BAD3-5611688D3063}"/>
              </a:ext>
            </a:extLst>
          </p:cNvPr>
          <p:cNvSpPr>
            <a:spLocks xmlns:a="http://schemas.openxmlformats.org/drawingml/2006/main" noGrp="1"/>
          </p:cNvSpPr>
          <p:nvPr/>
        </p:nvSpPr>
        <p:spPr>
          <a:xfrm xmlns:a="http://schemas.openxmlformats.org/drawingml/2006/main">
            <a:off x="685800" y="2619375"/>
            <a:ext cx="108204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2175" b="0">
                <a:solidFill>
                  <a:srgbClr val="26203B"/>
                </a:solidFill>
                <a:latin typeface="DejaVu Sans"/>
                <a:ea typeface="DejaVu Sans"/>
                <a:cs typeface="DejaVu Sans"/>
              </a:defRPr>
            </a:defPPr>
          </a:lstStyle>
          <a:p xmlns:a="http://schemas.openxmlformats.org/drawingml/2006/main">
            <a:pPr>
              <a:defRPr sz="2175" b="0">
                <a:solidFill>
                  <a:srgbClr val="26203B"/>
                </a:solidFill>
                <a:latin typeface="DejaVu Sans"/>
                <a:ea typeface="DejaVu Sans"/>
                <a:cs typeface="DejaVu Sans"/>
              </a:defRPr>
            </a:pPr>
            <a:r>
              <a:rPr sz="2175" b="0">
                <a:solidFill>
                  <a:srgbClr val="26203B"/>
                </a:solidFill>
                <a:latin typeface="DejaVu Sans"/>
                <a:ea typeface="DejaVu Sans"/>
                <a:cs typeface="DejaVu Sans"/>
              </a:rPr>
              <a:t>Artefact : identifiant, média, date et usage prévu.</a:t>
            </a:r>
          </a:p>
        </p:txBody>
      </p:sp>
      <p:sp>
        <p:nvSpPr>
          <p:cNvPr id="4" name="body-1">
            <a:extLst xmlns:a="http://schemas.openxmlformats.org/drawingml/2006/main">
              <a:ext uri="{FF2B5EF4-FFF2-40B4-BE49-F238E27FC236}">
                <a16:creationId xmlns:a16="http://schemas.microsoft.com/office/drawing/2014/main" id="{4E7172EA-AA07-491A-B452-A7A5646B75C9}"/>
              </a:ext>
            </a:extLst>
          </p:cNvPr>
          <p:cNvSpPr>
            <a:spLocks xmlns:a="http://schemas.openxmlformats.org/drawingml/2006/main" noGrp="1"/>
          </p:cNvSpPr>
          <p:nvPr/>
        </p:nvSpPr>
        <p:spPr>
          <a:xfrm xmlns:a="http://schemas.openxmlformats.org/drawingml/2006/main">
            <a:off x="685800" y="3419475"/>
            <a:ext cx="108204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2175" b="0">
                <a:solidFill>
                  <a:srgbClr val="696078"/>
                </a:solidFill>
                <a:latin typeface="DejaVu Sans"/>
                <a:ea typeface="DejaVu Sans"/>
                <a:cs typeface="DejaVu Sans"/>
              </a:defRPr>
            </a:defPPr>
          </a:lstStyle>
          <a:p xmlns:a="http://schemas.openxmlformats.org/drawingml/2006/main">
            <a:pPr>
              <a:defRPr sz="2175" b="0">
                <a:solidFill>
                  <a:srgbClr val="696078"/>
                </a:solidFill>
                <a:latin typeface="DejaVu Sans"/>
                <a:ea typeface="DejaVu Sans"/>
                <a:cs typeface="DejaVu Sans"/>
              </a:defRPr>
            </a:pPr>
            <a:r>
              <a:rPr sz="2175" b="0">
                <a:solidFill>
                  <a:srgbClr val="696078"/>
                </a:solidFill>
                <a:latin typeface="DejaVu Sans"/>
                <a:ea typeface="DejaVu Sans"/>
                <a:cs typeface="DejaVu Sans"/>
              </a:rPr>
              <a:t>Provenance : modèles, prompt, sources et transformations.</a:t>
            </a:r>
          </a:p>
        </p:txBody>
      </p:sp>
      <p:sp>
        <p:nvSpPr>
          <p:cNvPr id="5" name="body-2">
            <a:extLst xmlns:a="http://schemas.openxmlformats.org/drawingml/2006/main">
              <a:ext uri="{FF2B5EF4-FFF2-40B4-BE49-F238E27FC236}">
                <a16:creationId xmlns:a16="http://schemas.microsoft.com/office/drawing/2014/main" id="{DDC07D70-2861-4EF7-BD0B-B25871359D43}"/>
              </a:ext>
            </a:extLst>
          </p:cNvPr>
          <p:cNvSpPr>
            <a:spLocks xmlns:a="http://schemas.openxmlformats.org/drawingml/2006/main" noGrp="1"/>
          </p:cNvSpPr>
          <p:nvPr/>
        </p:nvSpPr>
        <p:spPr>
          <a:xfrm xmlns:a="http://schemas.openxmlformats.org/drawingml/2006/main">
            <a:off x="685800" y="4219575"/>
            <a:ext cx="108204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2175" b="0">
                <a:solidFill>
                  <a:srgbClr val="696078"/>
                </a:solidFill>
                <a:latin typeface="DejaVu Sans"/>
                <a:ea typeface="DejaVu Sans"/>
                <a:cs typeface="DejaVu Sans"/>
              </a:defRPr>
            </a:defPPr>
          </a:lstStyle>
          <a:p xmlns:a="http://schemas.openxmlformats.org/drawingml/2006/main">
            <a:pPr>
              <a:defRPr sz="2175" b="0">
                <a:solidFill>
                  <a:srgbClr val="696078"/>
                </a:solidFill>
                <a:latin typeface="DejaVu Sans"/>
                <a:ea typeface="DejaVu Sans"/>
                <a:cs typeface="DejaVu Sans"/>
              </a:defRPr>
            </a:pPr>
            <a:r>
              <a:rPr sz="2175" b="0">
                <a:solidFill>
                  <a:srgbClr val="696078"/>
                </a:solidFill>
                <a:latin typeface="DejaVu Sans"/>
                <a:ea typeface="DejaVu Sans"/>
                <a:cs typeface="DejaVu Sans"/>
              </a:rPr>
              <a:t>Contrôles : licences, attributions, empreintes et parents.</a:t>
            </a:r>
          </a:p>
        </p:txBody>
      </p:sp>
      <p:sp>
        <p:nvSpPr>
          <p:cNvPr id="6" name="body-3">
            <a:extLst xmlns:a="http://schemas.openxmlformats.org/drawingml/2006/main">
              <a:ext uri="{FF2B5EF4-FFF2-40B4-BE49-F238E27FC236}">
                <a16:creationId xmlns:a16="http://schemas.microsoft.com/office/drawing/2014/main" id="{4CCCFE96-B4C9-4A80-9230-83691C565A89}"/>
              </a:ext>
            </a:extLst>
          </p:cNvPr>
          <p:cNvSpPr>
            <a:spLocks xmlns:a="http://schemas.openxmlformats.org/drawingml/2006/main" noGrp="1"/>
          </p:cNvSpPr>
          <p:nvPr/>
        </p:nvSpPr>
        <p:spPr>
          <a:xfrm xmlns:a="http://schemas.openxmlformats.org/drawingml/2006/main">
            <a:off x="685800" y="5019675"/>
            <a:ext cx="108204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2175" b="0">
                <a:solidFill>
                  <a:srgbClr val="696078"/>
                </a:solidFill>
                <a:latin typeface="DejaVu Sans"/>
                <a:ea typeface="DejaVu Sans"/>
                <a:cs typeface="DejaVu Sans"/>
              </a:defRPr>
            </a:defPPr>
          </a:lstStyle>
          <a:p xmlns:a="http://schemas.openxmlformats.org/drawingml/2006/main">
            <a:pPr>
              <a:defRPr sz="2175" b="0">
                <a:solidFill>
                  <a:srgbClr val="696078"/>
                </a:solidFill>
                <a:latin typeface="DejaVu Sans"/>
                <a:ea typeface="DejaVu Sans"/>
                <a:cs typeface="DejaVu Sans"/>
              </a:defRPr>
            </a:pPr>
            <a:r>
              <a:rPr sz="2175" b="0">
                <a:solidFill>
                  <a:srgbClr val="696078"/>
                </a:solidFill>
                <a:latin typeface="DejaVu Sans"/>
                <a:ea typeface="DejaVu Sans"/>
                <a:cs typeface="DejaVu Sans"/>
              </a:rPr>
              <a:t>La nouvelle validation vérifie aussi les champs imbriqués.</a:t>
            </a:r>
          </a:p>
        </p:txBody>
      </p:sp>
      <p:sp>
        <p:nvSpPr>
          <p:cNvPr id="7" name="page">
            <a:extLst xmlns:a="http://schemas.openxmlformats.org/drawingml/2006/main">
              <a:ext uri="{FF2B5EF4-FFF2-40B4-BE49-F238E27FC236}">
                <a16:creationId xmlns:a16="http://schemas.microsoft.com/office/drawing/2014/main" id="{882BFE99-01B3-46DA-8B2B-B68B546329D1}"/>
              </a:ext>
            </a:extLst>
          </p:cNvPr>
          <p:cNvSpPr>
            <a:spLocks xmlns:a="http://schemas.openxmlformats.org/drawingml/2006/main" noGrp="1"/>
          </p:cNvSpPr>
          <p:nvPr/>
        </p:nvSpPr>
        <p:spPr>
          <a:xfrm xmlns:a="http://schemas.openxmlformats.org/drawingml/2006/main">
            <a:off x="10477500" y="6419850"/>
            <a:ext cx="1047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1125" b="0">
                <a:solidFill>
                  <a:srgbClr val="696078"/>
                </a:solidFill>
                <a:latin typeface="DejaVu Sans"/>
                <a:ea typeface="DejaVu Sans"/>
                <a:cs typeface="DejaVu Sans"/>
              </a:defRPr>
            </a:defPPr>
          </a:lstStyle>
          <a:p xmlns:a="http://schemas.openxmlformats.org/drawingml/2006/main">
            <a:pPr>
              <a:defRPr sz="1125" b="0">
                <a:solidFill>
                  <a:srgbClr val="696078"/>
                </a:solidFill>
                <a:latin typeface="DejaVu Sans"/>
                <a:ea typeface="DejaVu Sans"/>
                <a:cs typeface="DejaVu Sans"/>
              </a:defRPr>
            </a:pPr>
            <a:r>
              <a:rPr sz="1125" b="0">
                <a:solidFill>
                  <a:srgbClr val="696078"/>
                </a:solidFill>
                <a:latin typeface="DejaVu Sans"/>
                <a:ea typeface="DejaVu Sans"/>
                <a:cs typeface="DejaVu Sans"/>
              </a:rPr>
              <a:t>04 / 12</a:t>
            </a:r>
          </a:p>
        </p:txBody>
      </p:sp>
      <p:sp>
        <p:nvSpPr>
          <p:cNvPr id="8" name="footer">
            <a:extLst xmlns:a="http://schemas.openxmlformats.org/drawingml/2006/main">
              <a:ext uri="{FF2B5EF4-FFF2-40B4-BE49-F238E27FC236}">
                <a16:creationId xmlns:a16="http://schemas.microsoft.com/office/drawing/2014/main" id="{D8844035-E0CC-49A7-B631-FAA581B4D9E1}"/>
              </a:ext>
            </a:extLst>
          </p:cNvPr>
          <p:cNvSpPr>
            <a:spLocks xmlns:a="http://schemas.openxmlformats.org/drawingml/2006/main" noGrp="1"/>
          </p:cNvSpPr>
          <p:nvPr/>
        </p:nvSpPr>
        <p:spPr>
          <a:xfrm xmlns:a="http://schemas.openxmlformats.org/drawingml/2006/main">
            <a:off x="685800" y="6419850"/>
            <a:ext cx="6191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1125" b="0">
                <a:solidFill>
                  <a:srgbClr val="696078"/>
                </a:solidFill>
                <a:latin typeface="DejaVu Sans"/>
                <a:ea typeface="DejaVu Sans"/>
                <a:cs typeface="DejaVu Sans"/>
              </a:defRPr>
            </a:defPPr>
          </a:lstStyle>
          <a:p xmlns:a="http://schemas.openxmlformats.org/drawingml/2006/main">
            <a:pPr>
              <a:defRPr sz="1125" b="0">
                <a:solidFill>
                  <a:srgbClr val="696078"/>
                </a:solidFill>
                <a:latin typeface="DejaVu Sans"/>
                <a:ea typeface="DejaVu Sans"/>
                <a:cs typeface="DejaVu Sans"/>
              </a:defRPr>
            </a:pPr>
            <a:r>
              <a:rPr sz="1125" b="0">
                <a:solidFill>
                  <a:srgbClr val="696078"/>
                </a:solidFill>
                <a:latin typeface="DejaVu Sans"/>
                <a:ea typeface="DejaVu Sans"/>
                <a:cs typeface="DejaVu Sans"/>
              </a:rPr>
              <a:t>K2 · G26 · Xoxo Gossip Girl</a:t>
            </a:r>
          </a:p>
        </p:txBody>
      </p:sp>
    </p:spTree>
    <p:extLst>
      <p:ext uri="{BB962C8B-B14F-4D97-AF65-F5344CB8AC3E}">
        <p14:creationId xmlns:p14="http://schemas.microsoft.com/office/powerpoint/2010/main" val="1240309200"/>
      </p:ext>
    </p:extLst>
  </p:cSld>
</p:sld>
</file>

<file path=ppt/slides/slide5.xml><?xml version="1.0" encoding="utf-8"?>
<p:sld xmlns:p="http://schemas.openxmlformats.org/presentationml/2006/main">
  <p:cSld>
    <p:bg>
      <p:bgPr>
        <a:solidFill xmlns:a="http://schemas.openxmlformats.org/drawingml/2006/main">
          <a:srgbClr val="FAF8FE"/>
        </a:solidFill>
      </p:bgPr>
    </p:bg>
    <p:spTree>
      <p:nvGrpSpPr>
        <p:cNvPr id="1" name=""/>
        <p:cNvGrpSpPr/>
        <p:nvPr/>
      </p:nvGrpSpPr>
      <p:grpSpPr>
        <a:xfrm xmlns:a="http://schemas.openxmlformats.org/drawingml/2006/main"/>
      </p:grpSpPr>
      <p:sp>
        <p:nvSpPr>
          <p:cNvPr id="9" name="title">
            <a:extLst xmlns:a="http://schemas.openxmlformats.org/drawingml/2006/main">
              <a:ext uri="{FF2B5EF4-FFF2-40B4-BE49-F238E27FC236}">
                <a16:creationId xmlns:a16="http://schemas.microsoft.com/office/drawing/2014/main" id="{6B5C24FA-3E9A-40E5-8E08-92781A15DC12}"/>
              </a:ext>
            </a:extLst>
          </p:cNvPr>
          <p:cNvSpPr>
            <a:spLocks xmlns:a="http://schemas.openxmlformats.org/drawingml/2006/main" noGrp="1"/>
          </p:cNvSpPr>
          <p:nvPr/>
        </p:nvSpPr>
        <p:spPr>
          <a:xfrm xmlns:a="http://schemas.openxmlformats.org/drawingml/2006/main">
            <a:off x="685800" y="552450"/>
            <a:ext cx="1082040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3150" b="1">
                <a:solidFill>
                  <a:srgbClr val="26203B"/>
                </a:solidFill>
                <a:latin typeface="DejaVu Sans"/>
                <a:ea typeface="DejaVu Sans"/>
                <a:cs typeface="DejaVu Sans"/>
              </a:defRPr>
            </a:defPPr>
          </a:lstStyle>
          <a:p xmlns:a="http://schemas.openxmlformats.org/drawingml/2006/main">
            <a:pPr>
              <a:defRPr sz="3150" b="1">
                <a:solidFill>
                  <a:srgbClr val="26203B"/>
                </a:solidFill>
                <a:latin typeface="DejaVu Sans"/>
                <a:ea typeface="DejaVu Sans"/>
                <a:cs typeface="DejaVu Sans"/>
              </a:defRPr>
            </a:pPr>
            <a:r>
              <a:rPr sz="3150" b="1">
                <a:solidFill>
                  <a:srgbClr val="26203B"/>
                </a:solidFill>
                <a:latin typeface="DejaVu Sans"/>
                <a:ea typeface="DejaVu Sans"/>
                <a:cs typeface="DejaVu Sans"/>
              </a:rPr>
              <a:t>Trois pipelines média simulés</a:t>
            </a:r>
          </a:p>
        </p:txBody>
      </p:sp>
      <p:sp>
        <p:nvSpPr>
          <p:cNvPr id="2" name="subtitle">
            <a:extLst xmlns:a="http://schemas.openxmlformats.org/drawingml/2006/main">
              <a:ext uri="{FF2B5EF4-FFF2-40B4-BE49-F238E27FC236}">
                <a16:creationId xmlns:a16="http://schemas.microsoft.com/office/drawing/2014/main" id="{F4322A32-9DAA-46DF-A78F-02E18C8BDC93}"/>
              </a:ext>
            </a:extLst>
          </p:cNvPr>
          <p:cNvSpPr>
            <a:spLocks xmlns:a="http://schemas.openxmlformats.org/drawingml/2006/main" noGrp="1"/>
          </p:cNvSpPr>
          <p:nvPr/>
        </p:nvSpPr>
        <p:spPr>
          <a:xfrm xmlns:a="http://schemas.openxmlformats.org/drawingml/2006/main">
            <a:off x="685800" y="1657350"/>
            <a:ext cx="108204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1800" b="0">
                <a:solidFill>
                  <a:srgbClr val="7651AB"/>
                </a:solidFill>
                <a:latin typeface="DejaVu Sans"/>
                <a:ea typeface="DejaVu Sans"/>
                <a:cs typeface="DejaVu Sans"/>
              </a:defRPr>
            </a:defPPr>
          </a:lstStyle>
          <a:p xmlns:a="http://schemas.openxmlformats.org/drawingml/2006/main">
            <a:pPr>
              <a:defRPr sz="1800" b="0">
                <a:solidFill>
                  <a:srgbClr val="7651AB"/>
                </a:solidFill>
                <a:latin typeface="DejaVu Sans"/>
                <a:ea typeface="DejaVu Sans"/>
                <a:cs typeface="DejaVu Sans"/>
              </a:defRPr>
            </a:pPr>
            <a:r>
              <a:rPr sz="1800" b="0">
                <a:solidFill>
                  <a:srgbClr val="7651AB"/>
                </a:solidFill>
                <a:latin typeface="DejaVu Sans"/>
                <a:ea typeface="DejaVu Sans"/>
                <a:cs typeface="DejaVu Sans"/>
              </a:rPr>
              <a:t>Le même contrat de traçabilité pour chaque pipeline</a:t>
            </a:r>
          </a:p>
        </p:txBody>
      </p:sp>
      <p:sp>
        <p:nvSpPr>
          <p:cNvPr id="3" name="body-0">
            <a:extLst xmlns:a="http://schemas.openxmlformats.org/drawingml/2006/main">
              <a:ext uri="{FF2B5EF4-FFF2-40B4-BE49-F238E27FC236}">
                <a16:creationId xmlns:a16="http://schemas.microsoft.com/office/drawing/2014/main" id="{16FC9FCE-95A8-47D0-833E-D0A30A6C68C2}"/>
              </a:ext>
            </a:extLst>
          </p:cNvPr>
          <p:cNvSpPr>
            <a:spLocks xmlns:a="http://schemas.openxmlformats.org/drawingml/2006/main" noGrp="1"/>
          </p:cNvSpPr>
          <p:nvPr/>
        </p:nvSpPr>
        <p:spPr>
          <a:xfrm xmlns:a="http://schemas.openxmlformats.org/drawingml/2006/main">
            <a:off x="685800" y="2619375"/>
            <a:ext cx="108204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2175" b="0">
                <a:solidFill>
                  <a:srgbClr val="26203B"/>
                </a:solidFill>
                <a:latin typeface="DejaVu Sans"/>
                <a:ea typeface="DejaVu Sans"/>
                <a:cs typeface="DejaVu Sans"/>
              </a:defRPr>
            </a:defPPr>
          </a:lstStyle>
          <a:p xmlns:a="http://schemas.openxmlformats.org/drawingml/2006/main">
            <a:pPr>
              <a:defRPr sz="2175" b="0">
                <a:solidFill>
                  <a:srgbClr val="26203B"/>
                </a:solidFill>
                <a:latin typeface="DejaVu Sans"/>
                <a:ea typeface="DejaVu Sans"/>
                <a:cs typeface="DejaVu Sans"/>
              </a:defRPr>
            </a:pPr>
            <a:r>
              <a:rPr sz="2175" b="0">
                <a:solidFill>
                  <a:srgbClr val="26203B"/>
                </a:solidFill>
                <a:latin typeface="DejaVu Sans"/>
                <a:ea typeface="DejaVu Sans"/>
                <a:cs typeface="DejaVu Sans"/>
              </a:rPr>
              <a:t>Texte : recherche de sources puis synthèse simulée.</a:t>
            </a:r>
          </a:p>
        </p:txBody>
      </p:sp>
      <p:sp>
        <p:nvSpPr>
          <p:cNvPr id="4" name="body-1">
            <a:extLst xmlns:a="http://schemas.openxmlformats.org/drawingml/2006/main">
              <a:ext uri="{FF2B5EF4-FFF2-40B4-BE49-F238E27FC236}">
                <a16:creationId xmlns:a16="http://schemas.microsoft.com/office/drawing/2014/main" id="{A87BB0A7-139C-47F7-9726-05B5679B907E}"/>
              </a:ext>
            </a:extLst>
          </p:cNvPr>
          <p:cNvSpPr>
            <a:spLocks xmlns:a="http://schemas.openxmlformats.org/drawingml/2006/main" noGrp="1"/>
          </p:cNvSpPr>
          <p:nvPr/>
        </p:nvSpPr>
        <p:spPr>
          <a:xfrm xmlns:a="http://schemas.openxmlformats.org/drawingml/2006/main">
            <a:off x="685800" y="3419475"/>
            <a:ext cx="108204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2175" b="0">
                <a:solidFill>
                  <a:srgbClr val="696078"/>
                </a:solidFill>
                <a:latin typeface="DejaVu Sans"/>
                <a:ea typeface="DejaVu Sans"/>
                <a:cs typeface="DejaVu Sans"/>
              </a:defRPr>
            </a:defPPr>
          </a:lstStyle>
          <a:p xmlns:a="http://schemas.openxmlformats.org/drawingml/2006/main">
            <a:pPr>
              <a:defRPr sz="2175" b="0">
                <a:solidFill>
                  <a:srgbClr val="696078"/>
                </a:solidFill>
                <a:latin typeface="DejaVu Sans"/>
                <a:ea typeface="DejaVu Sans"/>
                <a:cs typeface="DejaVu Sans"/>
              </a:defRPr>
            </a:pPr>
            <a:r>
              <a:rPr sz="2175" b="0">
                <a:solidFill>
                  <a:srgbClr val="696078"/>
                </a:solidFill>
                <a:latin typeface="DejaVu Sans"/>
                <a:ea typeface="DejaVu Sans"/>
                <a:cs typeface="DejaVu Sans"/>
              </a:rPr>
              <a:t>Image : génération simulée puis upscaling déclaré.</a:t>
            </a:r>
          </a:p>
        </p:txBody>
      </p:sp>
      <p:sp>
        <p:nvSpPr>
          <p:cNvPr id="5" name="body-2">
            <a:extLst xmlns:a="http://schemas.openxmlformats.org/drawingml/2006/main">
              <a:ext uri="{FF2B5EF4-FFF2-40B4-BE49-F238E27FC236}">
                <a16:creationId xmlns:a16="http://schemas.microsoft.com/office/drawing/2014/main" id="{1984E499-8253-4CB0-B40A-CED4EC0CFB19}"/>
              </a:ext>
            </a:extLst>
          </p:cNvPr>
          <p:cNvSpPr>
            <a:spLocks xmlns:a="http://schemas.openxmlformats.org/drawingml/2006/main" noGrp="1"/>
          </p:cNvSpPr>
          <p:nvPr/>
        </p:nvSpPr>
        <p:spPr>
          <a:xfrm xmlns:a="http://schemas.openxmlformats.org/drawingml/2006/main">
            <a:off x="685800" y="4219575"/>
            <a:ext cx="108204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2175" b="0">
                <a:solidFill>
                  <a:srgbClr val="696078"/>
                </a:solidFill>
                <a:latin typeface="DejaVu Sans"/>
                <a:ea typeface="DejaVu Sans"/>
                <a:cs typeface="DejaVu Sans"/>
              </a:defRPr>
            </a:defPPr>
          </a:lstStyle>
          <a:p xmlns:a="http://schemas.openxmlformats.org/drawingml/2006/main">
            <a:pPr>
              <a:defRPr sz="2175" b="0">
                <a:solidFill>
                  <a:srgbClr val="696078"/>
                </a:solidFill>
                <a:latin typeface="DejaVu Sans"/>
                <a:ea typeface="DejaVu Sans"/>
                <a:cs typeface="DejaVu Sans"/>
              </a:defRPr>
            </a:pPr>
            <a:r>
              <a:rPr sz="2175" b="0">
                <a:solidFill>
                  <a:srgbClr val="696078"/>
                </a:solidFill>
                <a:latin typeface="DejaVu Sans"/>
                <a:ea typeface="DejaVu Sans"/>
                <a:cs typeface="DejaVu Sans"/>
              </a:rPr>
              <a:t>Audio : narration simulée d’un texte parent et mixage déclaré.</a:t>
            </a:r>
          </a:p>
        </p:txBody>
      </p:sp>
      <p:sp>
        <p:nvSpPr>
          <p:cNvPr id="6" name="body-3">
            <a:extLst xmlns:a="http://schemas.openxmlformats.org/drawingml/2006/main">
              <a:ext uri="{FF2B5EF4-FFF2-40B4-BE49-F238E27FC236}">
                <a16:creationId xmlns:a16="http://schemas.microsoft.com/office/drawing/2014/main" id="{CBA9FDCA-D545-4570-8A68-82E65B0AF49E}"/>
              </a:ext>
            </a:extLst>
          </p:cNvPr>
          <p:cNvSpPr>
            <a:spLocks xmlns:a="http://schemas.openxmlformats.org/drawingml/2006/main" noGrp="1"/>
          </p:cNvSpPr>
          <p:nvPr/>
        </p:nvSpPr>
        <p:spPr>
          <a:xfrm xmlns:a="http://schemas.openxmlformats.org/drawingml/2006/main">
            <a:off x="685800" y="5019675"/>
            <a:ext cx="108204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2175" b="0">
                <a:solidFill>
                  <a:srgbClr val="696078"/>
                </a:solidFill>
                <a:latin typeface="DejaVu Sans"/>
                <a:ea typeface="DejaVu Sans"/>
                <a:cs typeface="DejaVu Sans"/>
              </a:defRPr>
            </a:defPPr>
          </a:lstStyle>
          <a:p xmlns:a="http://schemas.openxmlformats.org/drawingml/2006/main">
            <a:pPr>
              <a:defRPr sz="2175" b="0">
                <a:solidFill>
                  <a:srgbClr val="696078"/>
                </a:solidFill>
                <a:latin typeface="DejaVu Sans"/>
                <a:ea typeface="DejaVu Sans"/>
                <a:cs typeface="DejaVu Sans"/>
              </a:defRPr>
            </a:pPr>
            <a:r>
              <a:rPr sz="2175" b="0">
                <a:solidFill>
                  <a:srgbClr val="696078"/>
                </a:solidFill>
                <a:latin typeface="DejaVu Sans"/>
                <a:ea typeface="DejaVu Sans"/>
                <a:cs typeface="DejaVu Sans"/>
              </a:rPr>
              <a:t>Les octets SIMPNG et SIMWAV ne sont pas des médias lisibles.</a:t>
            </a:r>
          </a:p>
        </p:txBody>
      </p:sp>
      <p:sp>
        <p:nvSpPr>
          <p:cNvPr id="7" name="page">
            <a:extLst xmlns:a="http://schemas.openxmlformats.org/drawingml/2006/main">
              <a:ext uri="{FF2B5EF4-FFF2-40B4-BE49-F238E27FC236}">
                <a16:creationId xmlns:a16="http://schemas.microsoft.com/office/drawing/2014/main" id="{5D1EF996-F186-44A4-8664-4DCA795782F1}"/>
              </a:ext>
            </a:extLst>
          </p:cNvPr>
          <p:cNvSpPr>
            <a:spLocks xmlns:a="http://schemas.openxmlformats.org/drawingml/2006/main" noGrp="1"/>
          </p:cNvSpPr>
          <p:nvPr/>
        </p:nvSpPr>
        <p:spPr>
          <a:xfrm xmlns:a="http://schemas.openxmlformats.org/drawingml/2006/main">
            <a:off x="10477500" y="6419850"/>
            <a:ext cx="1047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1125" b="0">
                <a:solidFill>
                  <a:srgbClr val="696078"/>
                </a:solidFill>
                <a:latin typeface="DejaVu Sans"/>
                <a:ea typeface="DejaVu Sans"/>
                <a:cs typeface="DejaVu Sans"/>
              </a:defRPr>
            </a:defPPr>
          </a:lstStyle>
          <a:p xmlns:a="http://schemas.openxmlformats.org/drawingml/2006/main">
            <a:pPr>
              <a:defRPr sz="1125" b="0">
                <a:solidFill>
                  <a:srgbClr val="696078"/>
                </a:solidFill>
                <a:latin typeface="DejaVu Sans"/>
                <a:ea typeface="DejaVu Sans"/>
                <a:cs typeface="DejaVu Sans"/>
              </a:defRPr>
            </a:pPr>
            <a:r>
              <a:rPr sz="1125" b="0">
                <a:solidFill>
                  <a:srgbClr val="696078"/>
                </a:solidFill>
                <a:latin typeface="DejaVu Sans"/>
                <a:ea typeface="DejaVu Sans"/>
                <a:cs typeface="DejaVu Sans"/>
              </a:rPr>
              <a:t>05 / 12</a:t>
            </a:r>
          </a:p>
        </p:txBody>
      </p:sp>
      <p:sp>
        <p:nvSpPr>
          <p:cNvPr id="8" name="footer">
            <a:extLst xmlns:a="http://schemas.openxmlformats.org/drawingml/2006/main">
              <a:ext uri="{FF2B5EF4-FFF2-40B4-BE49-F238E27FC236}">
                <a16:creationId xmlns:a16="http://schemas.microsoft.com/office/drawing/2014/main" id="{83B03FFF-33D3-4EB1-97B6-9693BC578897}"/>
              </a:ext>
            </a:extLst>
          </p:cNvPr>
          <p:cNvSpPr>
            <a:spLocks xmlns:a="http://schemas.openxmlformats.org/drawingml/2006/main" noGrp="1"/>
          </p:cNvSpPr>
          <p:nvPr/>
        </p:nvSpPr>
        <p:spPr>
          <a:xfrm xmlns:a="http://schemas.openxmlformats.org/drawingml/2006/main">
            <a:off x="685800" y="6419850"/>
            <a:ext cx="6191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1125" b="0">
                <a:solidFill>
                  <a:srgbClr val="696078"/>
                </a:solidFill>
                <a:latin typeface="DejaVu Sans"/>
                <a:ea typeface="DejaVu Sans"/>
                <a:cs typeface="DejaVu Sans"/>
              </a:defRPr>
            </a:defPPr>
          </a:lstStyle>
          <a:p xmlns:a="http://schemas.openxmlformats.org/drawingml/2006/main">
            <a:pPr>
              <a:defRPr sz="1125" b="0">
                <a:solidFill>
                  <a:srgbClr val="696078"/>
                </a:solidFill>
                <a:latin typeface="DejaVu Sans"/>
                <a:ea typeface="DejaVu Sans"/>
                <a:cs typeface="DejaVu Sans"/>
              </a:defRPr>
            </a:pPr>
            <a:r>
              <a:rPr sz="1125" b="0">
                <a:solidFill>
                  <a:srgbClr val="696078"/>
                </a:solidFill>
                <a:latin typeface="DejaVu Sans"/>
                <a:ea typeface="DejaVu Sans"/>
                <a:cs typeface="DejaVu Sans"/>
              </a:rPr>
              <a:t>K2 · G26 · Xoxo Gossip Girl</a:t>
            </a:r>
          </a:p>
        </p:txBody>
      </p:sp>
    </p:spTree>
    <p:extLst>
      <p:ext uri="{BB962C8B-B14F-4D97-AF65-F5344CB8AC3E}">
        <p14:creationId xmlns:p14="http://schemas.microsoft.com/office/powerpoint/2010/main" val="1967042301"/>
      </p:ext>
    </p:extLst>
  </p:cSld>
</p:sld>
</file>

<file path=ppt/slides/slide6.xml><?xml version="1.0" encoding="utf-8"?>
<p:sld xmlns:p="http://schemas.openxmlformats.org/presentationml/2006/main">
  <p:cSld>
    <p:bg>
      <p:bgPr>
        <a:solidFill xmlns:a="http://schemas.openxmlformats.org/drawingml/2006/main">
          <a:srgbClr val="FAF8FE"/>
        </a:solidFill>
      </p:bgPr>
    </p:bg>
    <p:spTree>
      <p:nvGrpSpPr>
        <p:cNvPr id="1" name=""/>
        <p:cNvGrpSpPr/>
        <p:nvPr/>
      </p:nvGrpSpPr>
      <p:grpSpPr>
        <a:xfrm xmlns:a="http://schemas.openxmlformats.org/drawingml/2006/main"/>
      </p:grpSpPr>
      <p:sp>
        <p:nvSpPr>
          <p:cNvPr id="9" name="title">
            <a:extLst xmlns:a="http://schemas.openxmlformats.org/drawingml/2006/main">
              <a:ext uri="{FF2B5EF4-FFF2-40B4-BE49-F238E27FC236}">
                <a16:creationId xmlns:a16="http://schemas.microsoft.com/office/drawing/2014/main" id="{8ACB1885-7B02-41F0-AB3A-05C9627C2B98}"/>
              </a:ext>
            </a:extLst>
          </p:cNvPr>
          <p:cNvSpPr>
            <a:spLocks xmlns:a="http://schemas.openxmlformats.org/drawingml/2006/main" noGrp="1"/>
          </p:cNvSpPr>
          <p:nvPr/>
        </p:nvSpPr>
        <p:spPr>
          <a:xfrm xmlns:a="http://schemas.openxmlformats.org/drawingml/2006/main">
            <a:off x="685800" y="552450"/>
            <a:ext cx="1082040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3150" b="1">
                <a:solidFill>
                  <a:srgbClr val="26203B"/>
                </a:solidFill>
                <a:latin typeface="DejaVu Sans"/>
                <a:ea typeface="DejaVu Sans"/>
                <a:cs typeface="DejaVu Sans"/>
              </a:defRPr>
            </a:defPPr>
          </a:lstStyle>
          <a:p xmlns:a="http://schemas.openxmlformats.org/drawingml/2006/main">
            <a:pPr>
              <a:defRPr sz="3150" b="1">
                <a:solidFill>
                  <a:srgbClr val="26203B"/>
                </a:solidFill>
                <a:latin typeface="DejaVu Sans"/>
                <a:ea typeface="DejaVu Sans"/>
                <a:cs typeface="DejaVu Sans"/>
              </a:defRPr>
            </a:pPr>
            <a:r>
              <a:rPr sz="3150" b="1">
                <a:solidFill>
                  <a:srgbClr val="26203B"/>
                </a:solidFill>
                <a:latin typeface="DejaVu Sans"/>
                <a:ea typeface="DejaVu Sans"/>
                <a:cs typeface="DejaVu Sans"/>
              </a:rPr>
              <a:t>Huit règles explicables</a:t>
            </a:r>
          </a:p>
        </p:txBody>
      </p:sp>
      <p:sp>
        <p:nvSpPr>
          <p:cNvPr id="2" name="subtitle">
            <a:extLst xmlns:a="http://schemas.openxmlformats.org/drawingml/2006/main">
              <a:ext uri="{FF2B5EF4-FFF2-40B4-BE49-F238E27FC236}">
                <a16:creationId xmlns:a16="http://schemas.microsoft.com/office/drawing/2014/main" id="{96EDD093-F70B-4FB6-9D1C-AB9E77A0A3F3}"/>
              </a:ext>
            </a:extLst>
          </p:cNvPr>
          <p:cNvSpPr>
            <a:spLocks xmlns:a="http://schemas.openxmlformats.org/drawingml/2006/main" noGrp="1"/>
          </p:cNvSpPr>
          <p:nvPr/>
        </p:nvSpPr>
        <p:spPr>
          <a:xfrm xmlns:a="http://schemas.openxmlformats.org/drawingml/2006/main">
            <a:off x="685800" y="1657350"/>
            <a:ext cx="108204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1800" b="0">
                <a:solidFill>
                  <a:srgbClr val="7651AB"/>
                </a:solidFill>
                <a:latin typeface="DejaVu Sans"/>
                <a:ea typeface="DejaVu Sans"/>
                <a:cs typeface="DejaVu Sans"/>
              </a:defRPr>
            </a:defPPr>
          </a:lstStyle>
          <a:p xmlns:a="http://schemas.openxmlformats.org/drawingml/2006/main">
            <a:pPr>
              <a:defRPr sz="1800" b="0">
                <a:solidFill>
                  <a:srgbClr val="7651AB"/>
                </a:solidFill>
                <a:latin typeface="DejaVu Sans"/>
                <a:ea typeface="DejaVu Sans"/>
                <a:cs typeface="DejaVu Sans"/>
              </a:defRPr>
            </a:pPr>
            <a:r>
              <a:rPr sz="1800" b="0">
                <a:solidFill>
                  <a:srgbClr val="7651AB"/>
                </a:solidFill>
                <a:latin typeface="DejaVu Sans"/>
                <a:ea typeface="DejaVu Sans"/>
                <a:cs typeface="DejaVu Sans"/>
              </a:rPr>
              <a:t>R1 valide la structure avant l’analyse métier</a:t>
            </a:r>
          </a:p>
        </p:txBody>
      </p:sp>
      <p:sp>
        <p:nvSpPr>
          <p:cNvPr id="3" name="body-0">
            <a:extLst xmlns:a="http://schemas.openxmlformats.org/drawingml/2006/main">
              <a:ext uri="{FF2B5EF4-FFF2-40B4-BE49-F238E27FC236}">
                <a16:creationId xmlns:a16="http://schemas.microsoft.com/office/drawing/2014/main" id="{76783927-489C-4EBA-A994-06274CD8593D}"/>
              </a:ext>
            </a:extLst>
          </p:cNvPr>
          <p:cNvSpPr>
            <a:spLocks xmlns:a="http://schemas.openxmlformats.org/drawingml/2006/main" noGrp="1"/>
          </p:cNvSpPr>
          <p:nvPr/>
        </p:nvSpPr>
        <p:spPr>
          <a:xfrm xmlns:a="http://schemas.openxmlformats.org/drawingml/2006/main">
            <a:off x="685800" y="2619375"/>
            <a:ext cx="108204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2175" b="0">
                <a:solidFill>
                  <a:srgbClr val="26203B"/>
                </a:solidFill>
                <a:latin typeface="DejaVu Sans"/>
                <a:ea typeface="DejaVu Sans"/>
                <a:cs typeface="DejaVu Sans"/>
              </a:defRPr>
            </a:defPPr>
          </a:lstStyle>
          <a:p xmlns:a="http://schemas.openxmlformats.org/drawingml/2006/main">
            <a:pPr>
              <a:defRPr sz="2175" b="0">
                <a:solidFill>
                  <a:srgbClr val="26203B"/>
                </a:solidFill>
                <a:latin typeface="DejaVu Sans"/>
                <a:ea typeface="DejaVu Sans"/>
                <a:cs typeface="DejaVu Sans"/>
              </a:defRPr>
            </a:pPr>
            <a:r>
              <a:rPr sz="2175" b="0">
                <a:solidFill>
                  <a:srgbClr val="26203B"/>
                </a:solidFill>
                <a:latin typeface="DejaVu Sans"/>
                <a:ea typeface="DejaVu Sans"/>
                <a:cs typeface="DejaVu Sans"/>
              </a:rPr>
              <a:t>R1  Structure complète       R2  Licence reconnue</a:t>
            </a:r>
          </a:p>
        </p:txBody>
      </p:sp>
      <p:sp>
        <p:nvSpPr>
          <p:cNvPr id="4" name="body-1">
            <a:extLst xmlns:a="http://schemas.openxmlformats.org/drawingml/2006/main">
              <a:ext uri="{FF2B5EF4-FFF2-40B4-BE49-F238E27FC236}">
                <a16:creationId xmlns:a16="http://schemas.microsoft.com/office/drawing/2014/main" id="{BD8F58A4-CF1B-48F9-87CD-5A07610E47CD}"/>
              </a:ext>
            </a:extLst>
          </p:cNvPr>
          <p:cNvSpPr>
            <a:spLocks xmlns:a="http://schemas.openxmlformats.org/drawingml/2006/main" noGrp="1"/>
          </p:cNvSpPr>
          <p:nvPr/>
        </p:nvSpPr>
        <p:spPr>
          <a:xfrm xmlns:a="http://schemas.openxmlformats.org/drawingml/2006/main">
            <a:off x="685800" y="3419475"/>
            <a:ext cx="108204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2175" b="0">
                <a:solidFill>
                  <a:srgbClr val="696078"/>
                </a:solidFill>
                <a:latin typeface="DejaVu Sans"/>
                <a:ea typeface="DejaVu Sans"/>
                <a:cs typeface="DejaVu Sans"/>
              </a:defRPr>
            </a:defPPr>
          </a:lstStyle>
          <a:p xmlns:a="http://schemas.openxmlformats.org/drawingml/2006/main">
            <a:pPr>
              <a:defRPr sz="2175" b="0">
                <a:solidFill>
                  <a:srgbClr val="696078"/>
                </a:solidFill>
                <a:latin typeface="DejaVu Sans"/>
                <a:ea typeface="DejaVu Sans"/>
                <a:cs typeface="DejaVu Sans"/>
              </a:defRPr>
            </a:pPr>
            <a:r>
              <a:rPr sz="2175" b="0">
                <a:solidFill>
                  <a:srgbClr val="696078"/>
                </a:solidFill>
                <a:latin typeface="DejaVu Sans"/>
                <a:ea typeface="DejaVu Sans"/>
                <a:cs typeface="DejaVu Sans"/>
              </a:rPr>
              <a:t>R3  Restriction NC               R4  Transformation ND</a:t>
            </a:r>
          </a:p>
        </p:txBody>
      </p:sp>
      <p:sp>
        <p:nvSpPr>
          <p:cNvPr id="5" name="body-2">
            <a:extLst xmlns:a="http://schemas.openxmlformats.org/drawingml/2006/main">
              <a:ext uri="{FF2B5EF4-FFF2-40B4-BE49-F238E27FC236}">
                <a16:creationId xmlns:a16="http://schemas.microsoft.com/office/drawing/2014/main" id="{58B9BE2C-1389-4ADC-89E3-455E71D175D0}"/>
              </a:ext>
            </a:extLst>
          </p:cNvPr>
          <p:cNvSpPr>
            <a:spLocks xmlns:a="http://schemas.openxmlformats.org/drawingml/2006/main" noGrp="1"/>
          </p:cNvSpPr>
          <p:nvPr/>
        </p:nvSpPr>
        <p:spPr>
          <a:xfrm xmlns:a="http://schemas.openxmlformats.org/drawingml/2006/main">
            <a:off x="685800" y="4219575"/>
            <a:ext cx="108204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2175" b="0">
                <a:solidFill>
                  <a:srgbClr val="696078"/>
                </a:solidFill>
                <a:latin typeface="DejaVu Sans"/>
                <a:ea typeface="DejaVu Sans"/>
                <a:cs typeface="DejaVu Sans"/>
              </a:defRPr>
            </a:defPPr>
          </a:lstStyle>
          <a:p xmlns:a="http://schemas.openxmlformats.org/drawingml/2006/main">
            <a:pPr>
              <a:defRPr sz="2175" b="0">
                <a:solidFill>
                  <a:srgbClr val="696078"/>
                </a:solidFill>
                <a:latin typeface="DejaVu Sans"/>
                <a:ea typeface="DejaVu Sans"/>
                <a:cs typeface="DejaVu Sans"/>
              </a:defRPr>
            </a:pPr>
            <a:r>
              <a:rPr sz="2175" b="0">
                <a:solidFill>
                  <a:srgbClr val="696078"/>
                </a:solidFill>
                <a:latin typeface="DejaVu Sans"/>
                <a:ea typeface="DejaVu Sans"/>
                <a:cs typeface="DejaVu Sans"/>
              </a:rPr>
              <a:t>R5  Politique share-alike      R6  Attribution</a:t>
            </a:r>
          </a:p>
        </p:txBody>
      </p:sp>
      <p:sp>
        <p:nvSpPr>
          <p:cNvPr id="6" name="body-3">
            <a:extLst xmlns:a="http://schemas.openxmlformats.org/drawingml/2006/main">
              <a:ext uri="{FF2B5EF4-FFF2-40B4-BE49-F238E27FC236}">
                <a16:creationId xmlns:a16="http://schemas.microsoft.com/office/drawing/2014/main" id="{A51340B5-2050-411A-94AE-EA529B775C16}"/>
              </a:ext>
            </a:extLst>
          </p:cNvPr>
          <p:cNvSpPr>
            <a:spLocks xmlns:a="http://schemas.openxmlformats.org/drawingml/2006/main" noGrp="1"/>
          </p:cNvSpPr>
          <p:nvPr/>
        </p:nvSpPr>
        <p:spPr>
          <a:xfrm xmlns:a="http://schemas.openxmlformats.org/drawingml/2006/main">
            <a:off x="685800" y="5019675"/>
            <a:ext cx="108204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2175" b="0">
                <a:solidFill>
                  <a:srgbClr val="696078"/>
                </a:solidFill>
                <a:latin typeface="DejaVu Sans"/>
                <a:ea typeface="DejaVu Sans"/>
                <a:cs typeface="DejaVu Sans"/>
              </a:defRPr>
            </a:defPPr>
          </a:lstStyle>
          <a:p xmlns:a="http://schemas.openxmlformats.org/drawingml/2006/main">
            <a:pPr>
              <a:defRPr sz="2175" b="0">
                <a:solidFill>
                  <a:srgbClr val="696078"/>
                </a:solidFill>
                <a:latin typeface="DejaVu Sans"/>
                <a:ea typeface="DejaVu Sans"/>
                <a:cs typeface="DejaVu Sans"/>
              </a:defRPr>
            </a:pPr>
            <a:r>
              <a:rPr sz="2175" b="0">
                <a:solidFill>
                  <a:srgbClr val="696078"/>
                </a:solidFill>
                <a:latin typeface="DejaVu Sans"/>
                <a:ea typeface="DejaVu Sans"/>
                <a:cs typeface="DejaVu Sans"/>
              </a:rPr>
              <a:t>R7  Intégrité des empreintes  R8  Parent dans le registre</a:t>
            </a:r>
          </a:p>
        </p:txBody>
      </p:sp>
      <p:sp>
        <p:nvSpPr>
          <p:cNvPr id="7" name="page">
            <a:extLst xmlns:a="http://schemas.openxmlformats.org/drawingml/2006/main">
              <a:ext uri="{FF2B5EF4-FFF2-40B4-BE49-F238E27FC236}">
                <a16:creationId xmlns:a16="http://schemas.microsoft.com/office/drawing/2014/main" id="{CD83F79B-1FCF-42B8-B169-2EDC50AEE3A3}"/>
              </a:ext>
            </a:extLst>
          </p:cNvPr>
          <p:cNvSpPr>
            <a:spLocks xmlns:a="http://schemas.openxmlformats.org/drawingml/2006/main" noGrp="1"/>
          </p:cNvSpPr>
          <p:nvPr/>
        </p:nvSpPr>
        <p:spPr>
          <a:xfrm xmlns:a="http://schemas.openxmlformats.org/drawingml/2006/main">
            <a:off x="10477500" y="6419850"/>
            <a:ext cx="1047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1125" b="0">
                <a:solidFill>
                  <a:srgbClr val="696078"/>
                </a:solidFill>
                <a:latin typeface="DejaVu Sans"/>
                <a:ea typeface="DejaVu Sans"/>
                <a:cs typeface="DejaVu Sans"/>
              </a:defRPr>
            </a:defPPr>
          </a:lstStyle>
          <a:p xmlns:a="http://schemas.openxmlformats.org/drawingml/2006/main">
            <a:pPr>
              <a:defRPr sz="1125" b="0">
                <a:solidFill>
                  <a:srgbClr val="696078"/>
                </a:solidFill>
                <a:latin typeface="DejaVu Sans"/>
                <a:ea typeface="DejaVu Sans"/>
                <a:cs typeface="DejaVu Sans"/>
              </a:defRPr>
            </a:pPr>
            <a:r>
              <a:rPr sz="1125" b="0">
                <a:solidFill>
                  <a:srgbClr val="696078"/>
                </a:solidFill>
                <a:latin typeface="DejaVu Sans"/>
                <a:ea typeface="DejaVu Sans"/>
                <a:cs typeface="DejaVu Sans"/>
              </a:rPr>
              <a:t>06 / 12</a:t>
            </a:r>
          </a:p>
        </p:txBody>
      </p:sp>
      <p:sp>
        <p:nvSpPr>
          <p:cNvPr id="8" name="footer">
            <a:extLst xmlns:a="http://schemas.openxmlformats.org/drawingml/2006/main">
              <a:ext uri="{FF2B5EF4-FFF2-40B4-BE49-F238E27FC236}">
                <a16:creationId xmlns:a16="http://schemas.microsoft.com/office/drawing/2014/main" id="{1CE26B71-5A34-4D38-B922-0423907499DE}"/>
              </a:ext>
            </a:extLst>
          </p:cNvPr>
          <p:cNvSpPr>
            <a:spLocks xmlns:a="http://schemas.openxmlformats.org/drawingml/2006/main" noGrp="1"/>
          </p:cNvSpPr>
          <p:nvPr/>
        </p:nvSpPr>
        <p:spPr>
          <a:xfrm xmlns:a="http://schemas.openxmlformats.org/drawingml/2006/main">
            <a:off x="685800" y="6419850"/>
            <a:ext cx="6191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1125" b="0">
                <a:solidFill>
                  <a:srgbClr val="696078"/>
                </a:solidFill>
                <a:latin typeface="DejaVu Sans"/>
                <a:ea typeface="DejaVu Sans"/>
                <a:cs typeface="DejaVu Sans"/>
              </a:defRPr>
            </a:defPPr>
          </a:lstStyle>
          <a:p xmlns:a="http://schemas.openxmlformats.org/drawingml/2006/main">
            <a:pPr>
              <a:defRPr sz="1125" b="0">
                <a:solidFill>
                  <a:srgbClr val="696078"/>
                </a:solidFill>
                <a:latin typeface="DejaVu Sans"/>
                <a:ea typeface="DejaVu Sans"/>
                <a:cs typeface="DejaVu Sans"/>
              </a:defRPr>
            </a:pPr>
            <a:r>
              <a:rPr sz="1125" b="0">
                <a:solidFill>
                  <a:srgbClr val="696078"/>
                </a:solidFill>
                <a:latin typeface="DejaVu Sans"/>
                <a:ea typeface="DejaVu Sans"/>
                <a:cs typeface="DejaVu Sans"/>
              </a:rPr>
              <a:t>K2 · G26 · Xoxo Gossip Girl</a:t>
            </a:r>
          </a:p>
        </p:txBody>
      </p:sp>
    </p:spTree>
    <p:extLst>
      <p:ext uri="{BB962C8B-B14F-4D97-AF65-F5344CB8AC3E}">
        <p14:creationId xmlns:p14="http://schemas.microsoft.com/office/powerpoint/2010/main" val="301281114"/>
      </p:ext>
    </p:extLst>
  </p:cSld>
</p:sld>
</file>

<file path=ppt/slides/slide7.xml><?xml version="1.0" encoding="utf-8"?>
<p:sld xmlns:p="http://schemas.openxmlformats.org/presentationml/2006/main">
  <p:cSld>
    <p:bg>
      <p:bgPr>
        <a:solidFill xmlns:a="http://schemas.openxmlformats.org/drawingml/2006/main">
          <a:srgbClr val="FAF8FE"/>
        </a:solidFill>
      </p:bgPr>
    </p:bg>
    <p:spTree>
      <p:nvGrpSpPr>
        <p:cNvPr id="1" name=""/>
        <p:cNvGrpSpPr/>
        <p:nvPr/>
      </p:nvGrpSpPr>
      <p:grpSpPr>
        <a:xfrm xmlns:a="http://schemas.openxmlformats.org/drawingml/2006/main"/>
      </p:grpSpPr>
      <p:sp>
        <p:nvSpPr>
          <p:cNvPr id="9" name="title">
            <a:extLst xmlns:a="http://schemas.openxmlformats.org/drawingml/2006/main">
              <a:ext uri="{FF2B5EF4-FFF2-40B4-BE49-F238E27FC236}">
                <a16:creationId xmlns:a16="http://schemas.microsoft.com/office/drawing/2014/main" id="{2BD446C6-D346-43A8-BB30-16A836E0AF03}"/>
              </a:ext>
            </a:extLst>
          </p:cNvPr>
          <p:cNvSpPr>
            <a:spLocks xmlns:a="http://schemas.openxmlformats.org/drawingml/2006/main" noGrp="1"/>
          </p:cNvSpPr>
          <p:nvPr/>
        </p:nvSpPr>
        <p:spPr>
          <a:xfrm xmlns:a="http://schemas.openxmlformats.org/drawingml/2006/main">
            <a:off x="685800" y="552450"/>
            <a:ext cx="1082040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3150" b="1">
                <a:solidFill>
                  <a:srgbClr val="26203B"/>
                </a:solidFill>
                <a:latin typeface="DejaVu Sans"/>
                <a:ea typeface="DejaVu Sans"/>
                <a:cs typeface="DejaVu Sans"/>
              </a:defRPr>
            </a:defPPr>
          </a:lstStyle>
          <a:p xmlns:a="http://schemas.openxmlformats.org/drawingml/2006/main">
            <a:pPr>
              <a:defRPr sz="3150" b="1">
                <a:solidFill>
                  <a:srgbClr val="26203B"/>
                </a:solidFill>
                <a:latin typeface="DejaVu Sans"/>
                <a:ea typeface="DejaVu Sans"/>
                <a:cs typeface="DejaVu Sans"/>
              </a:defRPr>
            </a:pPr>
            <a:r>
              <a:rPr sz="3150" b="1">
                <a:solidFill>
                  <a:srgbClr val="26203B"/>
                </a:solidFill>
                <a:latin typeface="DejaVu Sans"/>
                <a:ea typeface="DejaVu Sans"/>
                <a:cs typeface="DejaVu Sans"/>
              </a:rPr>
              <a:t>Protocole d’évaluation</a:t>
            </a:r>
          </a:p>
        </p:txBody>
      </p:sp>
      <p:sp>
        <p:nvSpPr>
          <p:cNvPr id="2" name="subtitle">
            <a:extLst xmlns:a="http://schemas.openxmlformats.org/drawingml/2006/main">
              <a:ext uri="{FF2B5EF4-FFF2-40B4-BE49-F238E27FC236}">
                <a16:creationId xmlns:a16="http://schemas.microsoft.com/office/drawing/2014/main" id="{B954B055-E79C-477B-89BA-74E1EB38C85D}"/>
              </a:ext>
            </a:extLst>
          </p:cNvPr>
          <p:cNvSpPr>
            <a:spLocks xmlns:a="http://schemas.openxmlformats.org/drawingml/2006/main" noGrp="1"/>
          </p:cNvSpPr>
          <p:nvPr/>
        </p:nvSpPr>
        <p:spPr>
          <a:xfrm xmlns:a="http://schemas.openxmlformats.org/drawingml/2006/main">
            <a:off x="685800" y="1657350"/>
            <a:ext cx="108204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1800" b="0">
                <a:solidFill>
                  <a:srgbClr val="7651AB"/>
                </a:solidFill>
                <a:latin typeface="DejaVu Sans"/>
                <a:ea typeface="DejaVu Sans"/>
                <a:cs typeface="DejaVu Sans"/>
              </a:defRPr>
            </a:defPPr>
          </a:lstStyle>
          <a:p xmlns:a="http://schemas.openxmlformats.org/drawingml/2006/main">
            <a:pPr>
              <a:defRPr sz="1800" b="0">
                <a:solidFill>
                  <a:srgbClr val="7651AB"/>
                </a:solidFill>
                <a:latin typeface="DejaVu Sans"/>
                <a:ea typeface="DejaVu Sans"/>
                <a:cs typeface="DejaVu Sans"/>
              </a:defRPr>
            </a:pPr>
            <a:r>
              <a:rPr sz="1800" b="0">
                <a:solidFill>
                  <a:srgbClr val="7651AB"/>
                </a:solidFill>
                <a:latin typeface="DejaVu Sans"/>
                <a:ea typeface="DejaVu Sans"/>
                <a:cs typeface="DejaVu Sans"/>
              </a:rPr>
              <a:t>Un corpus synthétique avec des défauts connus</a:t>
            </a:r>
          </a:p>
        </p:txBody>
      </p:sp>
      <p:sp>
        <p:nvSpPr>
          <p:cNvPr id="3" name="body-0">
            <a:extLst xmlns:a="http://schemas.openxmlformats.org/drawingml/2006/main">
              <a:ext uri="{FF2B5EF4-FFF2-40B4-BE49-F238E27FC236}">
                <a16:creationId xmlns:a16="http://schemas.microsoft.com/office/drawing/2014/main" id="{2A1E73BC-439E-4E96-A633-3B90D86164E0}"/>
              </a:ext>
            </a:extLst>
          </p:cNvPr>
          <p:cNvSpPr>
            <a:spLocks xmlns:a="http://schemas.openxmlformats.org/drawingml/2006/main" noGrp="1"/>
          </p:cNvSpPr>
          <p:nvPr/>
        </p:nvSpPr>
        <p:spPr>
          <a:xfrm xmlns:a="http://schemas.openxmlformats.org/drawingml/2006/main">
            <a:off x="685800" y="2619375"/>
            <a:ext cx="108204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2175" b="0">
                <a:solidFill>
                  <a:srgbClr val="26203B"/>
                </a:solidFill>
                <a:latin typeface="DejaVu Sans"/>
                <a:ea typeface="DejaVu Sans"/>
                <a:cs typeface="DejaVu Sans"/>
              </a:defRPr>
            </a:defPPr>
          </a:lstStyle>
          <a:p xmlns:a="http://schemas.openxmlformats.org/drawingml/2006/main">
            <a:pPr>
              <a:defRPr sz="2175" b="0">
                <a:solidFill>
                  <a:srgbClr val="26203B"/>
                </a:solidFill>
                <a:latin typeface="DejaVu Sans"/>
                <a:ea typeface="DejaVu Sans"/>
                <a:cs typeface="DejaVu Sans"/>
              </a:defRPr>
            </a:pPr>
            <a:r>
              <a:rPr sz="2175" b="0">
                <a:solidFill>
                  <a:srgbClr val="26203B"/>
                </a:solidFill>
                <a:latin typeface="DejaVu Sans"/>
                <a:ea typeface="DejaVu Sans"/>
                <a:cs typeface="DejaVu Sans"/>
              </a:rPr>
              <a:t>290 artefacts : 150 conformes aux règles, 140 avec défauts.</a:t>
            </a:r>
          </a:p>
        </p:txBody>
      </p:sp>
      <p:sp>
        <p:nvSpPr>
          <p:cNvPr id="4" name="body-1">
            <a:extLst xmlns:a="http://schemas.openxmlformats.org/drawingml/2006/main">
              <a:ext uri="{FF2B5EF4-FFF2-40B4-BE49-F238E27FC236}">
                <a16:creationId xmlns:a16="http://schemas.microsoft.com/office/drawing/2014/main" id="{71F8A5EC-A6EE-40D7-A17A-D0DAFA2808F5}"/>
              </a:ext>
            </a:extLst>
          </p:cNvPr>
          <p:cNvSpPr>
            <a:spLocks xmlns:a="http://schemas.openxmlformats.org/drawingml/2006/main" noGrp="1"/>
          </p:cNvSpPr>
          <p:nvPr/>
        </p:nvSpPr>
        <p:spPr>
          <a:xfrm xmlns:a="http://schemas.openxmlformats.org/drawingml/2006/main">
            <a:off x="685800" y="3419475"/>
            <a:ext cx="108204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2175" b="0">
                <a:solidFill>
                  <a:srgbClr val="696078"/>
                </a:solidFill>
                <a:latin typeface="DejaVu Sans"/>
                <a:ea typeface="DejaVu Sans"/>
                <a:cs typeface="DejaVu Sans"/>
              </a:defRPr>
            </a:defPPr>
          </a:lstStyle>
          <a:p xmlns:a="http://schemas.openxmlformats.org/drawingml/2006/main">
            <a:pPr>
              <a:defRPr sz="2175" b="0">
                <a:solidFill>
                  <a:srgbClr val="696078"/>
                </a:solidFill>
                <a:latin typeface="DejaVu Sans"/>
                <a:ea typeface="DejaVu Sans"/>
                <a:cs typeface="DejaVu Sans"/>
              </a:defRPr>
            </a:pPr>
            <a:r>
              <a:rPr sz="2175" b="0">
                <a:solidFill>
                  <a:srgbClr val="696078"/>
                </a:solidFill>
                <a:latin typeface="DejaVu Sans"/>
                <a:ea typeface="DejaVu Sans"/>
                <a:cs typeface="DejaVu Sans"/>
              </a:rPr>
              <a:t>120 défauts simples et 20 cas à deux défauts.</a:t>
            </a:r>
          </a:p>
        </p:txBody>
      </p:sp>
      <p:sp>
        <p:nvSpPr>
          <p:cNvPr id="5" name="body-2">
            <a:extLst xmlns:a="http://schemas.openxmlformats.org/drawingml/2006/main">
              <a:ext uri="{FF2B5EF4-FFF2-40B4-BE49-F238E27FC236}">
                <a16:creationId xmlns:a16="http://schemas.microsoft.com/office/drawing/2014/main" id="{7C7AC00B-75DA-4FAB-8783-DB8E787E31E0}"/>
              </a:ext>
            </a:extLst>
          </p:cNvPr>
          <p:cNvSpPr>
            <a:spLocks xmlns:a="http://schemas.openxmlformats.org/drawingml/2006/main" noGrp="1"/>
          </p:cNvSpPr>
          <p:nvPr/>
        </p:nvSpPr>
        <p:spPr>
          <a:xfrm xmlns:a="http://schemas.openxmlformats.org/drawingml/2006/main">
            <a:off x="685800" y="4219575"/>
            <a:ext cx="108204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2175" b="0">
                <a:solidFill>
                  <a:srgbClr val="696078"/>
                </a:solidFill>
                <a:latin typeface="DejaVu Sans"/>
                <a:ea typeface="DejaVu Sans"/>
                <a:cs typeface="DejaVu Sans"/>
              </a:defRPr>
            </a:defPPr>
          </a:lstStyle>
          <a:p xmlns:a="http://schemas.openxmlformats.org/drawingml/2006/main">
            <a:pPr>
              <a:defRPr sz="2175" b="0">
                <a:solidFill>
                  <a:srgbClr val="696078"/>
                </a:solidFill>
                <a:latin typeface="DejaVu Sans"/>
                <a:ea typeface="DejaVu Sans"/>
                <a:cs typeface="DejaVu Sans"/>
              </a:defRPr>
            </a:pPr>
            <a:r>
              <a:rPr sz="2175" b="0">
                <a:solidFill>
                  <a:srgbClr val="696078"/>
                </a:solidFill>
                <a:latin typeface="DejaVu Sans"/>
                <a:ea typeface="DejaVu Sans"/>
                <a:cs typeface="DejaVu Sans"/>
              </a:rPr>
              <a:t>Comparaison : baseline par mots-clés, v1 stricte et v2 normalisée.</a:t>
            </a:r>
          </a:p>
        </p:txBody>
      </p:sp>
      <p:sp>
        <p:nvSpPr>
          <p:cNvPr id="6" name="body-3">
            <a:extLst xmlns:a="http://schemas.openxmlformats.org/drawingml/2006/main">
              <a:ext uri="{FF2B5EF4-FFF2-40B4-BE49-F238E27FC236}">
                <a16:creationId xmlns:a16="http://schemas.microsoft.com/office/drawing/2014/main" id="{DA392246-E1A3-40F3-BB01-F20A95CA2D9E}"/>
              </a:ext>
            </a:extLst>
          </p:cNvPr>
          <p:cNvSpPr>
            <a:spLocks xmlns:a="http://schemas.openxmlformats.org/drawingml/2006/main" noGrp="1"/>
          </p:cNvSpPr>
          <p:nvPr/>
        </p:nvSpPr>
        <p:spPr>
          <a:xfrm xmlns:a="http://schemas.openxmlformats.org/drawingml/2006/main">
            <a:off x="685800" y="5019675"/>
            <a:ext cx="108204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2175" b="0">
                <a:solidFill>
                  <a:srgbClr val="696078"/>
                </a:solidFill>
                <a:latin typeface="DejaVu Sans"/>
                <a:ea typeface="DejaVu Sans"/>
                <a:cs typeface="DejaVu Sans"/>
              </a:defRPr>
            </a:defPPr>
          </a:lstStyle>
          <a:p xmlns:a="http://schemas.openxmlformats.org/drawingml/2006/main">
            <a:pPr>
              <a:defRPr sz="2175" b="0">
                <a:solidFill>
                  <a:srgbClr val="696078"/>
                </a:solidFill>
                <a:latin typeface="DejaVu Sans"/>
                <a:ea typeface="DejaVu Sans"/>
                <a:cs typeface="DejaVu Sans"/>
              </a:defRPr>
            </a:pPr>
            <a:r>
              <a:rPr sz="2175" b="0">
                <a:solidFill>
                  <a:srgbClr val="696078"/>
                </a:solidFill>
                <a:latin typeface="DejaVu Sans"/>
                <a:ea typeface="DejaVu Sans"/>
                <a:cs typeface="DejaVu Sans"/>
              </a:rPr>
              <a:t>120 cas supplémentaires testent les alias et les noms d’auteurs.</a:t>
            </a:r>
          </a:p>
        </p:txBody>
      </p:sp>
      <p:sp>
        <p:nvSpPr>
          <p:cNvPr id="7" name="page">
            <a:extLst xmlns:a="http://schemas.openxmlformats.org/drawingml/2006/main">
              <a:ext uri="{FF2B5EF4-FFF2-40B4-BE49-F238E27FC236}">
                <a16:creationId xmlns:a16="http://schemas.microsoft.com/office/drawing/2014/main" id="{6C6C3AA4-832C-4615-B55B-177F2C367822}"/>
              </a:ext>
            </a:extLst>
          </p:cNvPr>
          <p:cNvSpPr>
            <a:spLocks xmlns:a="http://schemas.openxmlformats.org/drawingml/2006/main" noGrp="1"/>
          </p:cNvSpPr>
          <p:nvPr/>
        </p:nvSpPr>
        <p:spPr>
          <a:xfrm xmlns:a="http://schemas.openxmlformats.org/drawingml/2006/main">
            <a:off x="10477500" y="6419850"/>
            <a:ext cx="1047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1125" b="0">
                <a:solidFill>
                  <a:srgbClr val="696078"/>
                </a:solidFill>
                <a:latin typeface="DejaVu Sans"/>
                <a:ea typeface="DejaVu Sans"/>
                <a:cs typeface="DejaVu Sans"/>
              </a:defRPr>
            </a:defPPr>
          </a:lstStyle>
          <a:p xmlns:a="http://schemas.openxmlformats.org/drawingml/2006/main">
            <a:pPr>
              <a:defRPr sz="1125" b="0">
                <a:solidFill>
                  <a:srgbClr val="696078"/>
                </a:solidFill>
                <a:latin typeface="DejaVu Sans"/>
                <a:ea typeface="DejaVu Sans"/>
                <a:cs typeface="DejaVu Sans"/>
              </a:defRPr>
            </a:pPr>
            <a:r>
              <a:rPr sz="1125" b="0">
                <a:solidFill>
                  <a:srgbClr val="696078"/>
                </a:solidFill>
                <a:latin typeface="DejaVu Sans"/>
                <a:ea typeface="DejaVu Sans"/>
                <a:cs typeface="DejaVu Sans"/>
              </a:rPr>
              <a:t>07 / 12</a:t>
            </a:r>
          </a:p>
        </p:txBody>
      </p:sp>
      <p:sp>
        <p:nvSpPr>
          <p:cNvPr id="8" name="footer">
            <a:extLst xmlns:a="http://schemas.openxmlformats.org/drawingml/2006/main">
              <a:ext uri="{FF2B5EF4-FFF2-40B4-BE49-F238E27FC236}">
                <a16:creationId xmlns:a16="http://schemas.microsoft.com/office/drawing/2014/main" id="{0F2080DF-6B22-4671-ADD0-002B8FF17722}"/>
              </a:ext>
            </a:extLst>
          </p:cNvPr>
          <p:cNvSpPr>
            <a:spLocks xmlns:a="http://schemas.openxmlformats.org/drawingml/2006/main" noGrp="1"/>
          </p:cNvSpPr>
          <p:nvPr/>
        </p:nvSpPr>
        <p:spPr>
          <a:xfrm xmlns:a="http://schemas.openxmlformats.org/drawingml/2006/main">
            <a:off x="685800" y="6419850"/>
            <a:ext cx="6191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1125" b="0">
                <a:solidFill>
                  <a:srgbClr val="696078"/>
                </a:solidFill>
                <a:latin typeface="DejaVu Sans"/>
                <a:ea typeface="DejaVu Sans"/>
                <a:cs typeface="DejaVu Sans"/>
              </a:defRPr>
            </a:defPPr>
          </a:lstStyle>
          <a:p xmlns:a="http://schemas.openxmlformats.org/drawingml/2006/main">
            <a:pPr>
              <a:defRPr sz="1125" b="0">
                <a:solidFill>
                  <a:srgbClr val="696078"/>
                </a:solidFill>
                <a:latin typeface="DejaVu Sans"/>
                <a:ea typeface="DejaVu Sans"/>
                <a:cs typeface="DejaVu Sans"/>
              </a:defRPr>
            </a:pPr>
            <a:r>
              <a:rPr sz="1125" b="0">
                <a:solidFill>
                  <a:srgbClr val="696078"/>
                </a:solidFill>
                <a:latin typeface="DejaVu Sans"/>
                <a:ea typeface="DejaVu Sans"/>
                <a:cs typeface="DejaVu Sans"/>
              </a:rPr>
              <a:t>K2 · G26 · Xoxo Gossip Girl</a:t>
            </a:r>
          </a:p>
        </p:txBody>
      </p:sp>
    </p:spTree>
    <p:extLst>
      <p:ext uri="{BB962C8B-B14F-4D97-AF65-F5344CB8AC3E}">
        <p14:creationId xmlns:p14="http://schemas.microsoft.com/office/powerpoint/2010/main" val="1626832903"/>
      </p:ext>
    </p:extLst>
  </p:cSld>
</p:sld>
</file>

<file path=ppt/slides/slide8.xml><?xml version="1.0" encoding="utf-8"?>
<p:sld xmlns:p="http://schemas.openxmlformats.org/presentationml/2006/main">
  <p:cSld>
    <p:bg>
      <p:bgPr>
        <a:solidFill xmlns:a="http://schemas.openxmlformats.org/drawingml/2006/main">
          <a:srgbClr val="FAF8FE"/>
        </a:solidFill>
      </p:bgPr>
    </p:bg>
    <p:spTree>
      <p:nvGrpSpPr>
        <p:cNvPr id="1" name=""/>
        <p:cNvGrpSpPr/>
        <p:nvPr/>
      </p:nvGrpSpPr>
      <p:grpSpPr>
        <a:xfrm xmlns:a="http://schemas.openxmlformats.org/drawingml/2006/main"/>
      </p:grpSpPr>
      <p:sp>
        <p:nvSpPr>
          <p:cNvPr id="9" name="title">
            <a:extLst xmlns:a="http://schemas.openxmlformats.org/drawingml/2006/main">
              <a:ext uri="{FF2B5EF4-FFF2-40B4-BE49-F238E27FC236}">
                <a16:creationId xmlns:a16="http://schemas.microsoft.com/office/drawing/2014/main" id="{24B659C9-CB63-4C87-B1D6-442B3D6C7FAB}"/>
              </a:ext>
            </a:extLst>
          </p:cNvPr>
          <p:cNvSpPr>
            <a:spLocks xmlns:a="http://schemas.openxmlformats.org/drawingml/2006/main" noGrp="1"/>
          </p:cNvSpPr>
          <p:nvPr/>
        </p:nvSpPr>
        <p:spPr>
          <a:xfrm xmlns:a="http://schemas.openxmlformats.org/drawingml/2006/main">
            <a:off x="685800" y="552450"/>
            <a:ext cx="1082040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3150" b="1">
                <a:solidFill>
                  <a:srgbClr val="26203B"/>
                </a:solidFill>
                <a:latin typeface="DejaVu Sans"/>
                <a:ea typeface="DejaVu Sans"/>
                <a:cs typeface="DejaVu Sans"/>
              </a:defRPr>
            </a:defPPr>
          </a:lstStyle>
          <a:p xmlns:a="http://schemas.openxmlformats.org/drawingml/2006/main">
            <a:pPr>
              <a:defRPr sz="3150" b="1">
                <a:solidFill>
                  <a:srgbClr val="26203B"/>
                </a:solidFill>
                <a:latin typeface="DejaVu Sans"/>
                <a:ea typeface="DejaVu Sans"/>
                <a:cs typeface="DejaVu Sans"/>
              </a:defRPr>
            </a:pPr>
            <a:r>
              <a:rPr sz="3150" b="1">
                <a:solidFill>
                  <a:srgbClr val="26203B"/>
                </a:solidFill>
                <a:latin typeface="DejaVu Sans"/>
                <a:ea typeface="DejaVu Sans"/>
                <a:cs typeface="DejaVu Sans"/>
              </a:rPr>
              <a:t>Détection sur le corpus principal</a:t>
            </a:r>
          </a:p>
        </p:txBody>
      </p:sp>
      <p:sp>
        <p:nvSpPr>
          <p:cNvPr id="2" name="subtitle">
            <a:extLst xmlns:a="http://schemas.openxmlformats.org/drawingml/2006/main">
              <a:ext uri="{FF2B5EF4-FFF2-40B4-BE49-F238E27FC236}">
                <a16:creationId xmlns:a16="http://schemas.microsoft.com/office/drawing/2014/main" id="{CB8B2134-389B-407A-8CFA-663627E0F4E4}"/>
              </a:ext>
            </a:extLst>
          </p:cNvPr>
          <p:cNvSpPr>
            <a:spLocks xmlns:a="http://schemas.openxmlformats.org/drawingml/2006/main" noGrp="1"/>
          </p:cNvSpPr>
          <p:nvPr/>
        </p:nvSpPr>
        <p:spPr>
          <a:xfrm xmlns:a="http://schemas.openxmlformats.org/drawingml/2006/main">
            <a:off x="685800" y="1657350"/>
            <a:ext cx="108204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1800" b="0">
                <a:solidFill>
                  <a:srgbClr val="7651AB"/>
                </a:solidFill>
                <a:latin typeface="DejaVu Sans"/>
                <a:ea typeface="DejaVu Sans"/>
                <a:cs typeface="DejaVu Sans"/>
              </a:defRPr>
            </a:defPPr>
          </a:lstStyle>
          <a:p xmlns:a="http://schemas.openxmlformats.org/drawingml/2006/main">
            <a:pPr>
              <a:defRPr sz="1800" b="0">
                <a:solidFill>
                  <a:srgbClr val="7651AB"/>
                </a:solidFill>
                <a:latin typeface="DejaVu Sans"/>
                <a:ea typeface="DejaVu Sans"/>
                <a:cs typeface="DejaVu Sans"/>
              </a:defRPr>
            </a:pPr>
            <a:r>
              <a:rPr sz="1800" b="0">
                <a:solidFill>
                  <a:srgbClr val="7651AB"/>
                </a:solidFill>
                <a:latin typeface="DejaVu Sans"/>
                <a:ea typeface="DejaVu Sans"/>
                <a:cs typeface="DejaVu Sans"/>
              </a:rPr>
              <a:t>Part des 140 artefacts fautifs dont toutes les règles injectées sont détectées</a:t>
            </a:r>
          </a:p>
        </p:txBody>
      </p:sp>
      <p:graphicFrame>
        <p:nvGraphicFramePr>
          <p:cNvPr id="3" name="Chart">
            <a:extLst xmlns:a="http://schemas.openxmlformats.org/drawingml/2006/main">
              <a:ext uri="{FF2B5EF4-FFF2-40B4-BE49-F238E27FC236}">
                <a16:creationId xmlns:a16="http://schemas.microsoft.com/office/drawing/2014/main" id="{E27654E9-0935-46CC-B3F4-B239234A1997}"/>
              </a:ext>
            </a:extLst>
          </p:cNvPr>
          <p:cNvGraphicFramePr/>
          <p:nvPr/>
        </p:nvGraphicFramePr>
        <p:xfrm>
          <a:off xmlns:a="http://schemas.openxmlformats.org/drawingml/2006/main" x="666750" y="2543175"/>
          <a:ext xmlns:a="http://schemas.openxmlformats.org/drawingml/2006/main" cx="6667500" cy="3333750"/>
        </p:xfrm>
        <a:graphic xmlns:a="http://schemas.openxmlformats.org/drawingml/2006/main">
          <a:graphicData uri="http://schemas.openxmlformats.org/drawingml/2006/chart">
            <c:chart xmlns:r="http://schemas.openxmlformats.org/officeDocument/2006/relationships" xmlns:c="http://schemas.openxmlformats.org/drawingml/2006/chart" r:id="Rb6c793098b8d4a79"/>
          </a:graphicData>
        </a:graphic>
      </p:graphicFrame>
      <p:sp>
        <p:nvSpPr>
          <p:cNvPr id="4" name="explanation-0">
            <a:extLst xmlns:a="http://schemas.openxmlformats.org/drawingml/2006/main">
              <a:ext uri="{FF2B5EF4-FFF2-40B4-BE49-F238E27FC236}">
                <a16:creationId xmlns:a16="http://schemas.microsoft.com/office/drawing/2014/main" id="{46FBB32F-77A9-43CB-AB18-9C94AAD7EA86}"/>
              </a:ext>
            </a:extLst>
          </p:cNvPr>
          <p:cNvSpPr>
            <a:spLocks xmlns:a="http://schemas.openxmlformats.org/drawingml/2006/main" noGrp="1"/>
          </p:cNvSpPr>
          <p:nvPr/>
        </p:nvSpPr>
        <p:spPr>
          <a:xfrm xmlns:a="http://schemas.openxmlformats.org/drawingml/2006/main">
            <a:off x="7810500" y="2714625"/>
            <a:ext cx="352425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1800" b="0">
                <a:solidFill>
                  <a:srgbClr val="26203B"/>
                </a:solidFill>
                <a:latin typeface="DejaVu Sans"/>
                <a:ea typeface="DejaVu Sans"/>
                <a:cs typeface="DejaVu Sans"/>
              </a:defRPr>
            </a:defPPr>
          </a:lstStyle>
          <a:p xmlns:a="http://schemas.openxmlformats.org/drawingml/2006/main">
            <a:pPr>
              <a:defRPr sz="1800" b="0">
                <a:solidFill>
                  <a:srgbClr val="26203B"/>
                </a:solidFill>
                <a:latin typeface="DejaVu Sans"/>
                <a:ea typeface="DejaVu Sans"/>
                <a:cs typeface="DejaVu Sans"/>
              </a:defRPr>
            </a:pPr>
            <a:r>
              <a:rPr sz="1800" b="0">
                <a:solidFill>
                  <a:srgbClr val="26203B"/>
                </a:solidFill>
                <a:latin typeface="DejaVu Sans"/>
                <a:ea typeface="DejaVu Sans"/>
                <a:cs typeface="DejaVu Sans"/>
              </a:rPr>
              <a:t>Baseline : 55,0 % de détection.</a:t>
            </a:r>
          </a:p>
        </p:txBody>
      </p:sp>
      <p:sp>
        <p:nvSpPr>
          <p:cNvPr id="5" name="explanation-1">
            <a:extLst xmlns:a="http://schemas.openxmlformats.org/drawingml/2006/main">
              <a:ext uri="{FF2B5EF4-FFF2-40B4-BE49-F238E27FC236}">
                <a16:creationId xmlns:a16="http://schemas.microsoft.com/office/drawing/2014/main" id="{C3E7F6BB-E06A-4689-A063-E5E36368504E}"/>
              </a:ext>
            </a:extLst>
          </p:cNvPr>
          <p:cNvSpPr>
            <a:spLocks xmlns:a="http://schemas.openxmlformats.org/drawingml/2006/main" noGrp="1"/>
          </p:cNvSpPr>
          <p:nvPr/>
        </p:nvSpPr>
        <p:spPr>
          <a:xfrm xmlns:a="http://schemas.openxmlformats.org/drawingml/2006/main">
            <a:off x="7810500" y="3667125"/>
            <a:ext cx="352425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1800" b="0">
                <a:solidFill>
                  <a:srgbClr val="26203B"/>
                </a:solidFill>
                <a:latin typeface="DejaVu Sans"/>
                <a:ea typeface="DejaVu Sans"/>
                <a:cs typeface="DejaVu Sans"/>
              </a:defRPr>
            </a:defPPr>
          </a:lstStyle>
          <a:p xmlns:a="http://schemas.openxmlformats.org/drawingml/2006/main">
            <a:pPr>
              <a:defRPr sz="1800" b="0">
                <a:solidFill>
                  <a:srgbClr val="26203B"/>
                </a:solidFill>
                <a:latin typeface="DejaVu Sans"/>
                <a:ea typeface="DejaVu Sans"/>
                <a:cs typeface="DejaVu Sans"/>
              </a:defRPr>
            </a:pPr>
            <a:r>
              <a:rPr sz="1800" b="0">
                <a:solidFill>
                  <a:srgbClr val="26203B"/>
                </a:solidFill>
                <a:latin typeface="DejaVu Sans"/>
                <a:ea typeface="DejaVu Sans"/>
                <a:cs typeface="DejaVu Sans"/>
              </a:rPr>
              <a:t>Vérificateur v2 : 100 % sur ce corpus synthétique.</a:t>
            </a:r>
          </a:p>
        </p:txBody>
      </p:sp>
      <p:sp>
        <p:nvSpPr>
          <p:cNvPr id="6" name="explanation-2">
            <a:extLst xmlns:a="http://schemas.openxmlformats.org/drawingml/2006/main">
              <a:ext uri="{FF2B5EF4-FFF2-40B4-BE49-F238E27FC236}">
                <a16:creationId xmlns:a16="http://schemas.microsoft.com/office/drawing/2014/main" id="{A1091B57-1F75-4B1F-BB85-5A933DB3D6E0}"/>
              </a:ext>
            </a:extLst>
          </p:cNvPr>
          <p:cNvSpPr>
            <a:spLocks xmlns:a="http://schemas.openxmlformats.org/drawingml/2006/main" noGrp="1"/>
          </p:cNvSpPr>
          <p:nvPr/>
        </p:nvSpPr>
        <p:spPr>
          <a:xfrm xmlns:a="http://schemas.openxmlformats.org/drawingml/2006/main">
            <a:off x="7810500" y="4619625"/>
            <a:ext cx="352425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1800" b="0">
                <a:solidFill>
                  <a:srgbClr val="26203B"/>
                </a:solidFill>
                <a:latin typeface="DejaVu Sans"/>
                <a:ea typeface="DejaVu Sans"/>
                <a:cs typeface="DejaVu Sans"/>
              </a:defRPr>
            </a:defPPr>
          </a:lstStyle>
          <a:p xmlns:a="http://schemas.openxmlformats.org/drawingml/2006/main">
            <a:pPr>
              <a:defRPr sz="1800" b="0">
                <a:solidFill>
                  <a:srgbClr val="26203B"/>
                </a:solidFill>
                <a:latin typeface="DejaVu Sans"/>
                <a:ea typeface="DejaVu Sans"/>
                <a:cs typeface="DejaVu Sans"/>
              </a:defRPr>
            </a:pPr>
            <a:r>
              <a:rPr sz="1800" b="0">
                <a:solidFill>
                  <a:srgbClr val="26203B"/>
                </a:solidFill>
                <a:latin typeface="DejaVu Sans"/>
                <a:ea typeface="DejaVu Sans"/>
                <a:cs typeface="DejaVu Sans"/>
              </a:rPr>
              <a:t>Sur les 150 conformes : 74,7 % de fausses alertes pour la baseline, 0 % pour v2.</a:t>
            </a:r>
          </a:p>
        </p:txBody>
      </p:sp>
      <p:sp>
        <p:nvSpPr>
          <p:cNvPr id="7" name="page">
            <a:extLst xmlns:a="http://schemas.openxmlformats.org/drawingml/2006/main">
              <a:ext uri="{FF2B5EF4-FFF2-40B4-BE49-F238E27FC236}">
                <a16:creationId xmlns:a16="http://schemas.microsoft.com/office/drawing/2014/main" id="{F3702E0A-02CD-4478-9B61-35239EC659F5}"/>
              </a:ext>
            </a:extLst>
          </p:cNvPr>
          <p:cNvSpPr>
            <a:spLocks xmlns:a="http://schemas.openxmlformats.org/drawingml/2006/main" noGrp="1"/>
          </p:cNvSpPr>
          <p:nvPr/>
        </p:nvSpPr>
        <p:spPr>
          <a:xfrm xmlns:a="http://schemas.openxmlformats.org/drawingml/2006/main">
            <a:off x="10477500" y="6419850"/>
            <a:ext cx="1047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1125" b="0">
                <a:solidFill>
                  <a:srgbClr val="696078"/>
                </a:solidFill>
                <a:latin typeface="DejaVu Sans"/>
                <a:ea typeface="DejaVu Sans"/>
                <a:cs typeface="DejaVu Sans"/>
              </a:defRPr>
            </a:defPPr>
          </a:lstStyle>
          <a:p xmlns:a="http://schemas.openxmlformats.org/drawingml/2006/main">
            <a:pPr>
              <a:defRPr sz="1125" b="0">
                <a:solidFill>
                  <a:srgbClr val="696078"/>
                </a:solidFill>
                <a:latin typeface="DejaVu Sans"/>
                <a:ea typeface="DejaVu Sans"/>
                <a:cs typeface="DejaVu Sans"/>
              </a:defRPr>
            </a:pPr>
            <a:r>
              <a:rPr sz="1125" b="0">
                <a:solidFill>
                  <a:srgbClr val="696078"/>
                </a:solidFill>
                <a:latin typeface="DejaVu Sans"/>
                <a:ea typeface="DejaVu Sans"/>
                <a:cs typeface="DejaVu Sans"/>
              </a:rPr>
              <a:t>08 / 12</a:t>
            </a:r>
          </a:p>
        </p:txBody>
      </p:sp>
      <p:sp>
        <p:nvSpPr>
          <p:cNvPr id="8" name="footer">
            <a:extLst xmlns:a="http://schemas.openxmlformats.org/drawingml/2006/main">
              <a:ext uri="{FF2B5EF4-FFF2-40B4-BE49-F238E27FC236}">
                <a16:creationId xmlns:a16="http://schemas.microsoft.com/office/drawing/2014/main" id="{6B1A0895-11EF-447F-921C-1F85A8C5C33B}"/>
              </a:ext>
            </a:extLst>
          </p:cNvPr>
          <p:cNvSpPr>
            <a:spLocks xmlns:a="http://schemas.openxmlformats.org/drawingml/2006/main" noGrp="1"/>
          </p:cNvSpPr>
          <p:nvPr/>
        </p:nvSpPr>
        <p:spPr>
          <a:xfrm xmlns:a="http://schemas.openxmlformats.org/drawingml/2006/main">
            <a:off x="685800" y="6419850"/>
            <a:ext cx="6191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1125" b="0">
                <a:solidFill>
                  <a:srgbClr val="696078"/>
                </a:solidFill>
                <a:latin typeface="DejaVu Sans"/>
                <a:ea typeface="DejaVu Sans"/>
                <a:cs typeface="DejaVu Sans"/>
              </a:defRPr>
            </a:defPPr>
          </a:lstStyle>
          <a:p xmlns:a="http://schemas.openxmlformats.org/drawingml/2006/main">
            <a:pPr>
              <a:defRPr sz="1125" b="0">
                <a:solidFill>
                  <a:srgbClr val="696078"/>
                </a:solidFill>
                <a:latin typeface="DejaVu Sans"/>
                <a:ea typeface="DejaVu Sans"/>
                <a:cs typeface="DejaVu Sans"/>
              </a:defRPr>
            </a:pPr>
            <a:r>
              <a:rPr sz="1125" b="0">
                <a:solidFill>
                  <a:srgbClr val="696078"/>
                </a:solidFill>
                <a:latin typeface="DejaVu Sans"/>
                <a:ea typeface="DejaVu Sans"/>
                <a:cs typeface="DejaVu Sans"/>
              </a:rPr>
              <a:t>K2 · G26 · Xoxo Gossip Girl</a:t>
            </a:r>
          </a:p>
        </p:txBody>
      </p:sp>
    </p:spTree>
    <p:extLst>
      <p:ext uri="{BB962C8B-B14F-4D97-AF65-F5344CB8AC3E}">
        <p14:creationId xmlns:p14="http://schemas.microsoft.com/office/powerpoint/2010/main" val="444622038"/>
      </p:ext>
    </p:extLst>
  </p:cSld>
</p:sld>
</file>

<file path=ppt/slides/slide9.xml><?xml version="1.0" encoding="utf-8"?>
<p:sld xmlns:p="http://schemas.openxmlformats.org/presentationml/2006/main">
  <p:cSld>
    <p:bg>
      <p:bgPr>
        <a:solidFill xmlns:a="http://schemas.openxmlformats.org/drawingml/2006/main">
          <a:srgbClr val="FAF8FE"/>
        </a:solidFill>
      </p:bgPr>
    </p:bg>
    <p:spTree>
      <p:nvGrpSpPr>
        <p:cNvPr id="1" name=""/>
        <p:cNvGrpSpPr/>
        <p:nvPr/>
      </p:nvGrpSpPr>
      <p:grpSpPr>
        <a:xfrm xmlns:a="http://schemas.openxmlformats.org/drawingml/2006/main"/>
      </p:grpSpPr>
      <p:sp>
        <p:nvSpPr>
          <p:cNvPr id="9" name="title">
            <a:extLst xmlns:a="http://schemas.openxmlformats.org/drawingml/2006/main">
              <a:ext uri="{FF2B5EF4-FFF2-40B4-BE49-F238E27FC236}">
                <a16:creationId xmlns:a16="http://schemas.microsoft.com/office/drawing/2014/main" id="{AD6305C3-4632-4895-B9E6-4D527AE50368}"/>
              </a:ext>
            </a:extLst>
          </p:cNvPr>
          <p:cNvSpPr>
            <a:spLocks xmlns:a="http://schemas.openxmlformats.org/drawingml/2006/main" noGrp="1"/>
          </p:cNvSpPr>
          <p:nvPr/>
        </p:nvSpPr>
        <p:spPr>
          <a:xfrm xmlns:a="http://schemas.openxmlformats.org/drawingml/2006/main">
            <a:off x="685800" y="552450"/>
            <a:ext cx="1082040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3150" b="1">
                <a:solidFill>
                  <a:srgbClr val="26203B"/>
                </a:solidFill>
                <a:latin typeface="DejaVu Sans"/>
                <a:ea typeface="DejaVu Sans"/>
                <a:cs typeface="DejaVu Sans"/>
              </a:defRPr>
            </a:defPPr>
          </a:lstStyle>
          <a:p xmlns:a="http://schemas.openxmlformats.org/drawingml/2006/main">
            <a:pPr>
              <a:defRPr sz="3150" b="1">
                <a:solidFill>
                  <a:srgbClr val="26203B"/>
                </a:solidFill>
                <a:latin typeface="DejaVu Sans"/>
                <a:ea typeface="DejaVu Sans"/>
                <a:cs typeface="DejaVu Sans"/>
              </a:defRPr>
            </a:pPr>
            <a:r>
              <a:rPr sz="3150" b="1">
                <a:solidFill>
                  <a:srgbClr val="26203B"/>
                </a:solidFill>
                <a:latin typeface="DejaVu Sans"/>
                <a:ea typeface="DejaVu Sans"/>
                <a:cs typeface="DejaVu Sans"/>
              </a:rPr>
              <a:t>Robustesse des métadonnées</a:t>
            </a:r>
          </a:p>
        </p:txBody>
      </p:sp>
      <p:sp>
        <p:nvSpPr>
          <p:cNvPr id="2" name="subtitle">
            <a:extLst xmlns:a="http://schemas.openxmlformats.org/drawingml/2006/main">
              <a:ext uri="{FF2B5EF4-FFF2-40B4-BE49-F238E27FC236}">
                <a16:creationId xmlns:a16="http://schemas.microsoft.com/office/drawing/2014/main" id="{04FF0CD9-C893-4CB6-A62C-B58CC519BB39}"/>
              </a:ext>
            </a:extLst>
          </p:cNvPr>
          <p:cNvSpPr>
            <a:spLocks xmlns:a="http://schemas.openxmlformats.org/drawingml/2006/main" noGrp="1"/>
          </p:cNvSpPr>
          <p:nvPr/>
        </p:nvSpPr>
        <p:spPr>
          <a:xfrm xmlns:a="http://schemas.openxmlformats.org/drawingml/2006/main">
            <a:off x="685800" y="1657350"/>
            <a:ext cx="108204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1800" b="0">
                <a:solidFill>
                  <a:srgbClr val="7651AB"/>
                </a:solidFill>
                <a:latin typeface="DejaVu Sans"/>
                <a:ea typeface="DejaVu Sans"/>
                <a:cs typeface="DejaVu Sans"/>
              </a:defRPr>
            </a:defPPr>
          </a:lstStyle>
          <a:p xmlns:a="http://schemas.openxmlformats.org/drawingml/2006/main">
            <a:pPr>
              <a:defRPr sz="1800" b="0">
                <a:solidFill>
                  <a:srgbClr val="7651AB"/>
                </a:solidFill>
                <a:latin typeface="DejaVu Sans"/>
                <a:ea typeface="DejaVu Sans"/>
                <a:cs typeface="DejaVu Sans"/>
              </a:defRPr>
            </a:pPr>
            <a:r>
              <a:rPr sz="1800" b="0">
                <a:solidFill>
                  <a:srgbClr val="7651AB"/>
                </a:solidFill>
                <a:latin typeface="DejaVu Sans"/>
                <a:ea typeface="DejaVu Sans"/>
                <a:cs typeface="DejaVu Sans"/>
              </a:rPr>
              <a:t>Nombre de fausses alertes sur 120 cas conformes aux règles</a:t>
            </a:r>
          </a:p>
        </p:txBody>
      </p:sp>
      <p:graphicFrame>
        <p:nvGraphicFramePr>
          <p:cNvPr id="3" name="Chart">
            <a:extLst xmlns:a="http://schemas.openxmlformats.org/drawingml/2006/main">
              <a:ext uri="{FF2B5EF4-FFF2-40B4-BE49-F238E27FC236}">
                <a16:creationId xmlns:a16="http://schemas.microsoft.com/office/drawing/2014/main" id="{C1C264A5-32D5-4E5B-B46F-C900A276F52F}"/>
              </a:ext>
            </a:extLst>
          </p:cNvPr>
          <p:cNvGraphicFramePr/>
          <p:nvPr/>
        </p:nvGraphicFramePr>
        <p:xfrm>
          <a:off xmlns:a="http://schemas.openxmlformats.org/drawingml/2006/main" x="666750" y="2543175"/>
          <a:ext xmlns:a="http://schemas.openxmlformats.org/drawingml/2006/main" cx="6667500" cy="3333750"/>
        </p:xfrm>
        <a:graphic xmlns:a="http://schemas.openxmlformats.org/drawingml/2006/main">
          <a:graphicData uri="http://schemas.openxmlformats.org/drawingml/2006/chart">
            <c:chart xmlns:r="http://schemas.openxmlformats.org/officeDocument/2006/relationships" xmlns:c="http://schemas.openxmlformats.org/drawingml/2006/chart" r:id="R200b337365564d03"/>
          </a:graphicData>
        </a:graphic>
      </p:graphicFrame>
      <p:sp>
        <p:nvSpPr>
          <p:cNvPr id="4" name="explanation-0">
            <a:extLst xmlns:a="http://schemas.openxmlformats.org/drawingml/2006/main">
              <a:ext uri="{FF2B5EF4-FFF2-40B4-BE49-F238E27FC236}">
                <a16:creationId xmlns:a16="http://schemas.microsoft.com/office/drawing/2014/main" id="{393FF439-7F93-4A74-A26C-A3CC6060A90D}"/>
              </a:ext>
            </a:extLst>
          </p:cNvPr>
          <p:cNvSpPr>
            <a:spLocks xmlns:a="http://schemas.openxmlformats.org/drawingml/2006/main" noGrp="1"/>
          </p:cNvSpPr>
          <p:nvPr/>
        </p:nvSpPr>
        <p:spPr>
          <a:xfrm xmlns:a="http://schemas.openxmlformats.org/drawingml/2006/main">
            <a:off x="7810500" y="2714625"/>
            <a:ext cx="352425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1800" b="0">
                <a:solidFill>
                  <a:srgbClr val="26203B"/>
                </a:solidFill>
                <a:latin typeface="DejaVu Sans"/>
                <a:ea typeface="DejaVu Sans"/>
                <a:cs typeface="DejaVu Sans"/>
              </a:defRPr>
            </a:defPPr>
          </a:lstStyle>
          <a:p xmlns:a="http://schemas.openxmlformats.org/drawingml/2006/main">
            <a:pPr>
              <a:defRPr sz="1800" b="0">
                <a:solidFill>
                  <a:srgbClr val="26203B"/>
                </a:solidFill>
                <a:latin typeface="DejaVu Sans"/>
                <a:ea typeface="DejaVu Sans"/>
                <a:cs typeface="DejaVu Sans"/>
              </a:defRPr>
            </a:pPr>
            <a:r>
              <a:rPr sz="1800" b="0">
                <a:solidFill>
                  <a:srgbClr val="26203B"/>
                </a:solidFill>
                <a:latin typeface="DejaVu Sans"/>
                <a:ea typeface="DejaVu Sans"/>
                <a:cs typeface="DejaVu Sans"/>
              </a:rPr>
              <a:t>Baseline : 115 / 120.</a:t>
            </a:r>
          </a:p>
        </p:txBody>
      </p:sp>
      <p:sp>
        <p:nvSpPr>
          <p:cNvPr id="5" name="explanation-1">
            <a:extLst xmlns:a="http://schemas.openxmlformats.org/drawingml/2006/main">
              <a:ext uri="{FF2B5EF4-FFF2-40B4-BE49-F238E27FC236}">
                <a16:creationId xmlns:a16="http://schemas.microsoft.com/office/drawing/2014/main" id="{BDBE3A28-8133-4AB1-9C5D-BA0C560C731A}"/>
              </a:ext>
            </a:extLst>
          </p:cNvPr>
          <p:cNvSpPr>
            <a:spLocks xmlns:a="http://schemas.openxmlformats.org/drawingml/2006/main" noGrp="1"/>
          </p:cNvSpPr>
          <p:nvPr/>
        </p:nvSpPr>
        <p:spPr>
          <a:xfrm xmlns:a="http://schemas.openxmlformats.org/drawingml/2006/main">
            <a:off x="7810500" y="3667125"/>
            <a:ext cx="352425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1800" b="0">
                <a:solidFill>
                  <a:srgbClr val="26203B"/>
                </a:solidFill>
                <a:latin typeface="DejaVu Sans"/>
                <a:ea typeface="DejaVu Sans"/>
                <a:cs typeface="DejaVu Sans"/>
              </a:defRPr>
            </a:defPPr>
          </a:lstStyle>
          <a:p xmlns:a="http://schemas.openxmlformats.org/drawingml/2006/main">
            <a:pPr>
              <a:defRPr sz="1800" b="0">
                <a:solidFill>
                  <a:srgbClr val="26203B"/>
                </a:solidFill>
                <a:latin typeface="DejaVu Sans"/>
                <a:ea typeface="DejaVu Sans"/>
                <a:cs typeface="DejaVu Sans"/>
              </a:defRPr>
            </a:pPr>
            <a:r>
              <a:rPr sz="1800" b="0">
                <a:solidFill>
                  <a:srgbClr val="26203B"/>
                </a:solidFill>
                <a:latin typeface="DejaVu Sans"/>
                <a:ea typeface="DejaVu Sans"/>
                <a:cs typeface="DejaVu Sans"/>
              </a:rPr>
              <a:t>V1 stricte : 103 / 120.</a:t>
            </a:r>
          </a:p>
        </p:txBody>
      </p:sp>
      <p:sp>
        <p:nvSpPr>
          <p:cNvPr id="6" name="explanation-2">
            <a:extLst xmlns:a="http://schemas.openxmlformats.org/drawingml/2006/main">
              <a:ext uri="{FF2B5EF4-FFF2-40B4-BE49-F238E27FC236}">
                <a16:creationId xmlns:a16="http://schemas.microsoft.com/office/drawing/2014/main" id="{A994938C-9671-48EC-B56E-F402EAF0C0FA}"/>
              </a:ext>
            </a:extLst>
          </p:cNvPr>
          <p:cNvSpPr>
            <a:spLocks xmlns:a="http://schemas.openxmlformats.org/drawingml/2006/main" noGrp="1"/>
          </p:cNvSpPr>
          <p:nvPr/>
        </p:nvSpPr>
        <p:spPr>
          <a:xfrm xmlns:a="http://schemas.openxmlformats.org/drawingml/2006/main">
            <a:off x="7810500" y="4619625"/>
            <a:ext cx="352425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1800" b="0">
                <a:solidFill>
                  <a:srgbClr val="26203B"/>
                </a:solidFill>
                <a:latin typeface="DejaVu Sans"/>
                <a:ea typeface="DejaVu Sans"/>
                <a:cs typeface="DejaVu Sans"/>
              </a:defRPr>
            </a:defPPr>
          </a:lstStyle>
          <a:p xmlns:a="http://schemas.openxmlformats.org/drawingml/2006/main">
            <a:pPr>
              <a:defRPr sz="1800" b="0">
                <a:solidFill>
                  <a:srgbClr val="26203B"/>
                </a:solidFill>
                <a:latin typeface="DejaVu Sans"/>
                <a:ea typeface="DejaVu Sans"/>
                <a:cs typeface="DejaVu Sans"/>
              </a:defRPr>
            </a:pPr>
            <a:r>
              <a:rPr sz="1800" b="0">
                <a:solidFill>
                  <a:srgbClr val="26203B"/>
                </a:solidFill>
                <a:latin typeface="DejaVu Sans"/>
                <a:ea typeface="DejaVu Sans"/>
                <a:cs typeface="DejaVu Sans"/>
              </a:rPr>
              <a:t>V2 normalisée : 0 / 120.</a:t>
            </a:r>
          </a:p>
        </p:txBody>
      </p:sp>
      <p:sp>
        <p:nvSpPr>
          <p:cNvPr id="7" name="page">
            <a:extLst xmlns:a="http://schemas.openxmlformats.org/drawingml/2006/main">
              <a:ext uri="{FF2B5EF4-FFF2-40B4-BE49-F238E27FC236}">
                <a16:creationId xmlns:a16="http://schemas.microsoft.com/office/drawing/2014/main" id="{3B8E4F31-3995-48A6-890C-03614FA0F4E4}"/>
              </a:ext>
            </a:extLst>
          </p:cNvPr>
          <p:cNvSpPr>
            <a:spLocks xmlns:a="http://schemas.openxmlformats.org/drawingml/2006/main" noGrp="1"/>
          </p:cNvSpPr>
          <p:nvPr/>
        </p:nvSpPr>
        <p:spPr>
          <a:xfrm xmlns:a="http://schemas.openxmlformats.org/drawingml/2006/main">
            <a:off x="10477500" y="6419850"/>
            <a:ext cx="1047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1125" b="0">
                <a:solidFill>
                  <a:srgbClr val="696078"/>
                </a:solidFill>
                <a:latin typeface="DejaVu Sans"/>
                <a:ea typeface="DejaVu Sans"/>
                <a:cs typeface="DejaVu Sans"/>
              </a:defRPr>
            </a:defPPr>
          </a:lstStyle>
          <a:p xmlns:a="http://schemas.openxmlformats.org/drawingml/2006/main">
            <a:pPr>
              <a:defRPr sz="1125" b="0">
                <a:solidFill>
                  <a:srgbClr val="696078"/>
                </a:solidFill>
                <a:latin typeface="DejaVu Sans"/>
                <a:ea typeface="DejaVu Sans"/>
                <a:cs typeface="DejaVu Sans"/>
              </a:defRPr>
            </a:pPr>
            <a:r>
              <a:rPr sz="1125" b="0">
                <a:solidFill>
                  <a:srgbClr val="696078"/>
                </a:solidFill>
                <a:latin typeface="DejaVu Sans"/>
                <a:ea typeface="DejaVu Sans"/>
                <a:cs typeface="DejaVu Sans"/>
              </a:rPr>
              <a:t>09 / 12</a:t>
            </a:r>
          </a:p>
        </p:txBody>
      </p:sp>
      <p:sp>
        <p:nvSpPr>
          <p:cNvPr id="8" name="footer">
            <a:extLst xmlns:a="http://schemas.openxmlformats.org/drawingml/2006/main">
              <a:ext uri="{FF2B5EF4-FFF2-40B4-BE49-F238E27FC236}">
                <a16:creationId xmlns:a16="http://schemas.microsoft.com/office/drawing/2014/main" id="{68295E89-835D-4909-8784-E9E0DECE84D9}"/>
              </a:ext>
            </a:extLst>
          </p:cNvPr>
          <p:cNvSpPr>
            <a:spLocks xmlns:a="http://schemas.openxmlformats.org/drawingml/2006/main" noGrp="1"/>
          </p:cNvSpPr>
          <p:nvPr/>
        </p:nvSpPr>
        <p:spPr>
          <a:xfrm xmlns:a="http://schemas.openxmlformats.org/drawingml/2006/main">
            <a:off x="685800" y="6419850"/>
            <a:ext cx="6191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1125" b="0">
                <a:solidFill>
                  <a:srgbClr val="696078"/>
                </a:solidFill>
                <a:latin typeface="DejaVu Sans"/>
                <a:ea typeface="DejaVu Sans"/>
                <a:cs typeface="DejaVu Sans"/>
              </a:defRPr>
            </a:defPPr>
          </a:lstStyle>
          <a:p xmlns:a="http://schemas.openxmlformats.org/drawingml/2006/main">
            <a:pPr>
              <a:defRPr sz="1125" b="0">
                <a:solidFill>
                  <a:srgbClr val="696078"/>
                </a:solidFill>
                <a:latin typeface="DejaVu Sans"/>
                <a:ea typeface="DejaVu Sans"/>
                <a:cs typeface="DejaVu Sans"/>
              </a:defRPr>
            </a:pPr>
            <a:r>
              <a:rPr sz="1125" b="0">
                <a:solidFill>
                  <a:srgbClr val="696078"/>
                </a:solidFill>
                <a:latin typeface="DejaVu Sans"/>
                <a:ea typeface="DejaVu Sans"/>
                <a:cs typeface="DejaVu Sans"/>
              </a:rPr>
              <a:t>K2 · G26 · Xoxo Gossip Girl</a:t>
            </a:r>
          </a:p>
        </p:txBody>
      </p:sp>
    </p:spTree>
    <p:extLst>
      <p:ext uri="{BB962C8B-B14F-4D97-AF65-F5344CB8AC3E}">
        <p14:creationId xmlns:p14="http://schemas.microsoft.com/office/powerpoint/2010/main" val="1756024100"/>
      </p:ext>
    </p:extLst>
  </p:cSld>
</p:sld>
</file>

<file path=ppt/slides/slide10.xml><?xml version="1.0" encoding="utf-8"?>
<p:sld xmlns:p="http://schemas.openxmlformats.org/presentationml/2006/main">
  <p:cSld>
    <p:bg>
      <p:bgPr>
        <a:solidFill xmlns:a="http://schemas.openxmlformats.org/drawingml/2006/main">
          <a:srgbClr val="FAF8FE"/>
        </a:solidFill>
      </p:bgPr>
    </p:bg>
    <p:spTree>
      <p:nvGrpSpPr>
        <p:cNvPr id="1" name=""/>
        <p:cNvGrpSpPr/>
        <p:nvPr/>
      </p:nvGrpSpPr>
      <p:grpSpPr>
        <a:xfrm xmlns:a="http://schemas.openxmlformats.org/drawingml/2006/main"/>
      </p:grpSpPr>
      <p:sp>
        <p:nvSpPr>
          <p:cNvPr id="9" name="title">
            <a:extLst xmlns:a="http://schemas.openxmlformats.org/drawingml/2006/main">
              <a:ext uri="{FF2B5EF4-FFF2-40B4-BE49-F238E27FC236}">
                <a16:creationId xmlns:a16="http://schemas.microsoft.com/office/drawing/2014/main" id="{05799C76-8281-45DB-8780-E153521A5C8F}"/>
              </a:ext>
            </a:extLst>
          </p:cNvPr>
          <p:cNvSpPr>
            <a:spLocks xmlns:a="http://schemas.openxmlformats.org/drawingml/2006/main" noGrp="1"/>
          </p:cNvSpPr>
          <p:nvPr/>
        </p:nvSpPr>
        <p:spPr>
          <a:xfrm xmlns:a="http://schemas.openxmlformats.org/drawingml/2006/main">
            <a:off x="685800" y="552450"/>
            <a:ext cx="1082040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3150" b="1">
                <a:solidFill>
                  <a:srgbClr val="26203B"/>
                </a:solidFill>
                <a:latin typeface="DejaVu Sans"/>
                <a:ea typeface="DejaVu Sans"/>
                <a:cs typeface="DejaVu Sans"/>
              </a:defRPr>
            </a:defPPr>
          </a:lstStyle>
          <a:p xmlns:a="http://schemas.openxmlformats.org/drawingml/2006/main">
            <a:pPr>
              <a:defRPr sz="3150" b="1">
                <a:solidFill>
                  <a:srgbClr val="26203B"/>
                </a:solidFill>
                <a:latin typeface="DejaVu Sans"/>
                <a:ea typeface="DejaVu Sans"/>
                <a:cs typeface="DejaVu Sans"/>
              </a:defRPr>
            </a:pPr>
            <a:r>
              <a:rPr sz="3150" b="1">
                <a:solidFill>
                  <a:srgbClr val="26203B"/>
                </a:solidFill>
                <a:latin typeface="DejaVu Sans"/>
                <a:ea typeface="DejaVu Sans"/>
                <a:cs typeface="DejaVu Sans"/>
              </a:rPr>
              <a:t>Corrections après audit</a:t>
            </a:r>
          </a:p>
        </p:txBody>
      </p:sp>
      <p:sp>
        <p:nvSpPr>
          <p:cNvPr id="2" name="subtitle">
            <a:extLst xmlns:a="http://schemas.openxmlformats.org/drawingml/2006/main">
              <a:ext uri="{FF2B5EF4-FFF2-40B4-BE49-F238E27FC236}">
                <a16:creationId xmlns:a16="http://schemas.microsoft.com/office/drawing/2014/main" id="{CE300A4A-5B09-4152-970A-AF5767ED718F}"/>
              </a:ext>
            </a:extLst>
          </p:cNvPr>
          <p:cNvSpPr>
            <a:spLocks xmlns:a="http://schemas.openxmlformats.org/drawingml/2006/main" noGrp="1"/>
          </p:cNvSpPr>
          <p:nvPr/>
        </p:nvSpPr>
        <p:spPr>
          <a:xfrm xmlns:a="http://schemas.openxmlformats.org/drawingml/2006/main">
            <a:off x="685800" y="1657350"/>
            <a:ext cx="108204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1800" b="0">
                <a:solidFill>
                  <a:srgbClr val="7651AB"/>
                </a:solidFill>
                <a:latin typeface="DejaVu Sans"/>
                <a:ea typeface="DejaVu Sans"/>
                <a:cs typeface="DejaVu Sans"/>
              </a:defRPr>
            </a:defPPr>
          </a:lstStyle>
          <a:p xmlns:a="http://schemas.openxmlformats.org/drawingml/2006/main">
            <a:pPr>
              <a:defRPr sz="1800" b="0">
                <a:solidFill>
                  <a:srgbClr val="7651AB"/>
                </a:solidFill>
                <a:latin typeface="DejaVu Sans"/>
                <a:ea typeface="DejaVu Sans"/>
                <a:cs typeface="DejaVu Sans"/>
              </a:defRPr>
            </a:pPr>
            <a:r>
              <a:rPr sz="1800" b="0">
                <a:solidFill>
                  <a:srgbClr val="7651AB"/>
                </a:solidFill>
                <a:latin typeface="DejaVu Sans"/>
                <a:ea typeface="DejaVu Sans"/>
                <a:cs typeface="DejaVu Sans"/>
              </a:rPr>
              <a:t>20 tests réussis, dont 12 nouvelles régressions</a:t>
            </a:r>
          </a:p>
        </p:txBody>
      </p:sp>
      <p:sp>
        <p:nvSpPr>
          <p:cNvPr id="3" name="body-0">
            <a:extLst xmlns:a="http://schemas.openxmlformats.org/drawingml/2006/main">
              <a:ext uri="{FF2B5EF4-FFF2-40B4-BE49-F238E27FC236}">
                <a16:creationId xmlns:a16="http://schemas.microsoft.com/office/drawing/2014/main" id="{DC53CFC8-A3B9-4CDB-93C5-17EA9FC35C2C}"/>
              </a:ext>
            </a:extLst>
          </p:cNvPr>
          <p:cNvSpPr>
            <a:spLocks xmlns:a="http://schemas.openxmlformats.org/drawingml/2006/main" noGrp="1"/>
          </p:cNvSpPr>
          <p:nvPr/>
        </p:nvSpPr>
        <p:spPr>
          <a:xfrm xmlns:a="http://schemas.openxmlformats.org/drawingml/2006/main">
            <a:off x="685800" y="2619375"/>
            <a:ext cx="108204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2175" b="0">
                <a:solidFill>
                  <a:srgbClr val="26203B"/>
                </a:solidFill>
                <a:latin typeface="DejaVu Sans"/>
                <a:ea typeface="DejaVu Sans"/>
                <a:cs typeface="DejaVu Sans"/>
              </a:defRPr>
            </a:defPPr>
          </a:lstStyle>
          <a:p xmlns:a="http://schemas.openxmlformats.org/drawingml/2006/main">
            <a:pPr>
              <a:defRPr sz="2175" b="0">
                <a:solidFill>
                  <a:srgbClr val="26203B"/>
                </a:solidFill>
                <a:latin typeface="DejaVu Sans"/>
                <a:ea typeface="DejaVu Sans"/>
                <a:cs typeface="DejaVu Sans"/>
              </a:defRPr>
            </a:pPr>
            <a:r>
              <a:rPr sz="2175" b="0">
                <a:solidFill>
                  <a:srgbClr val="26203B"/>
                </a:solidFill>
                <a:latin typeface="DejaVu Sans"/>
                <a:ea typeface="DejaVu Sans"/>
                <a:cs typeface="DejaVu Sans"/>
              </a:rPr>
              <a:t>Un prompt sans empreinte déclenche désormais R1.</a:t>
            </a:r>
          </a:p>
        </p:txBody>
      </p:sp>
      <p:sp>
        <p:nvSpPr>
          <p:cNvPr id="4" name="body-1">
            <a:extLst xmlns:a="http://schemas.openxmlformats.org/drawingml/2006/main">
              <a:ext uri="{FF2B5EF4-FFF2-40B4-BE49-F238E27FC236}">
                <a16:creationId xmlns:a16="http://schemas.microsoft.com/office/drawing/2014/main" id="{27576016-C8FE-4B82-8FB9-E390124AE239}"/>
              </a:ext>
            </a:extLst>
          </p:cNvPr>
          <p:cNvSpPr>
            <a:spLocks xmlns:a="http://schemas.openxmlformats.org/drawingml/2006/main" noGrp="1"/>
          </p:cNvSpPr>
          <p:nvPr/>
        </p:nvSpPr>
        <p:spPr>
          <a:xfrm xmlns:a="http://schemas.openxmlformats.org/drawingml/2006/main">
            <a:off x="685800" y="3419475"/>
            <a:ext cx="108204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2175" b="0">
                <a:solidFill>
                  <a:srgbClr val="696078"/>
                </a:solidFill>
                <a:latin typeface="DejaVu Sans"/>
                <a:ea typeface="DejaVu Sans"/>
                <a:cs typeface="DejaVu Sans"/>
              </a:defRPr>
            </a:defPPr>
          </a:lstStyle>
          <a:p xmlns:a="http://schemas.openxmlformats.org/drawingml/2006/main">
            <a:pPr>
              <a:defRPr sz="2175" b="0">
                <a:solidFill>
                  <a:srgbClr val="696078"/>
                </a:solidFill>
                <a:latin typeface="DejaVu Sans"/>
                <a:ea typeface="DejaVu Sans"/>
                <a:cs typeface="DejaVu Sans"/>
              </a:defRPr>
            </a:pPr>
            <a:r>
              <a:rPr sz="2175" b="0">
                <a:solidFill>
                  <a:srgbClr val="696078"/>
                </a:solidFill>
                <a:latin typeface="DejaVu Sans"/>
                <a:ea typeface="DejaVu Sans"/>
                <a:cs typeface="DejaVu Sans"/>
              </a:rPr>
              <a:t>Une source mal typée produit une alerte au lieu d’un crash.</a:t>
            </a:r>
          </a:p>
        </p:txBody>
      </p:sp>
      <p:sp>
        <p:nvSpPr>
          <p:cNvPr id="5" name="body-2">
            <a:extLst xmlns:a="http://schemas.openxmlformats.org/drawingml/2006/main">
              <a:ext uri="{FF2B5EF4-FFF2-40B4-BE49-F238E27FC236}">
                <a16:creationId xmlns:a16="http://schemas.microsoft.com/office/drawing/2014/main" id="{A5C5339B-637D-4E70-9C44-1BD3F96D7F5F}"/>
              </a:ext>
            </a:extLst>
          </p:cNvPr>
          <p:cNvSpPr>
            <a:spLocks xmlns:a="http://schemas.openxmlformats.org/drawingml/2006/main" noGrp="1"/>
          </p:cNvSpPr>
          <p:nvPr/>
        </p:nvSpPr>
        <p:spPr>
          <a:xfrm xmlns:a="http://schemas.openxmlformats.org/drawingml/2006/main">
            <a:off x="685800" y="4219575"/>
            <a:ext cx="108204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2175" b="0">
                <a:solidFill>
                  <a:srgbClr val="696078"/>
                </a:solidFill>
                <a:latin typeface="DejaVu Sans"/>
                <a:ea typeface="DejaVu Sans"/>
                <a:cs typeface="DejaVu Sans"/>
              </a:defRPr>
            </a:defPPr>
          </a:lstStyle>
          <a:p xmlns:a="http://schemas.openxmlformats.org/drawingml/2006/main">
            <a:pPr>
              <a:defRPr sz="2175" b="0">
                <a:solidFill>
                  <a:srgbClr val="696078"/>
                </a:solidFill>
                <a:latin typeface="DejaVu Sans"/>
                <a:ea typeface="DejaVu Sans"/>
                <a:cs typeface="DejaVu Sans"/>
              </a:defRPr>
            </a:pPr>
            <a:r>
              <a:rPr sz="2175" b="0">
                <a:solidFill>
                  <a:srgbClr val="696078"/>
                </a:solidFill>
                <a:latin typeface="DejaVu Sans"/>
                <a:ea typeface="DejaVu Sans"/>
                <a:cs typeface="DejaVu Sans"/>
              </a:rPr>
              <a:t>Modèles, sources, transformations et parents sont validés.</a:t>
            </a:r>
          </a:p>
        </p:txBody>
      </p:sp>
      <p:sp>
        <p:nvSpPr>
          <p:cNvPr id="6" name="body-3">
            <a:extLst xmlns:a="http://schemas.openxmlformats.org/drawingml/2006/main">
              <a:ext uri="{FF2B5EF4-FFF2-40B4-BE49-F238E27FC236}">
                <a16:creationId xmlns:a16="http://schemas.microsoft.com/office/drawing/2014/main" id="{415DC348-8C5D-4AAC-8C6C-359B39652C07}"/>
              </a:ext>
            </a:extLst>
          </p:cNvPr>
          <p:cNvSpPr>
            <a:spLocks xmlns:a="http://schemas.openxmlformats.org/drawingml/2006/main" noGrp="1"/>
          </p:cNvSpPr>
          <p:nvPr/>
        </p:nvSpPr>
        <p:spPr>
          <a:xfrm xmlns:a="http://schemas.openxmlformats.org/drawingml/2006/main">
            <a:off x="685800" y="5019675"/>
            <a:ext cx="108204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2175" b="0">
                <a:solidFill>
                  <a:srgbClr val="696078"/>
                </a:solidFill>
                <a:latin typeface="DejaVu Sans"/>
                <a:ea typeface="DejaVu Sans"/>
                <a:cs typeface="DejaVu Sans"/>
              </a:defRPr>
            </a:defPPr>
          </a:lstStyle>
          <a:p xmlns:a="http://schemas.openxmlformats.org/drawingml/2006/main">
            <a:pPr>
              <a:defRPr sz="2175" b="0">
                <a:solidFill>
                  <a:srgbClr val="696078"/>
                </a:solidFill>
                <a:latin typeface="DejaVu Sans"/>
                <a:ea typeface="DejaVu Sans"/>
                <a:cs typeface="DejaVu Sans"/>
              </a:defRPr>
            </a:pPr>
            <a:r>
              <a:rPr sz="2175" b="0">
                <a:solidFill>
                  <a:srgbClr val="696078"/>
                </a:solidFill>
                <a:latin typeface="DejaVu Sans"/>
                <a:ea typeface="DejaVu Sans"/>
                <a:cs typeface="DejaVu Sans"/>
              </a:rPr>
              <a:t>Les résultats initiaux et l’export déterministe restent identiques.</a:t>
            </a:r>
          </a:p>
        </p:txBody>
      </p:sp>
      <p:sp>
        <p:nvSpPr>
          <p:cNvPr id="7" name="page">
            <a:extLst xmlns:a="http://schemas.openxmlformats.org/drawingml/2006/main">
              <a:ext uri="{FF2B5EF4-FFF2-40B4-BE49-F238E27FC236}">
                <a16:creationId xmlns:a16="http://schemas.microsoft.com/office/drawing/2014/main" id="{4DBA7672-0EA3-4300-91D1-F2C48A215D59}"/>
              </a:ext>
            </a:extLst>
          </p:cNvPr>
          <p:cNvSpPr>
            <a:spLocks xmlns:a="http://schemas.openxmlformats.org/drawingml/2006/main" noGrp="1"/>
          </p:cNvSpPr>
          <p:nvPr/>
        </p:nvSpPr>
        <p:spPr>
          <a:xfrm xmlns:a="http://schemas.openxmlformats.org/drawingml/2006/main">
            <a:off x="10477500" y="6419850"/>
            <a:ext cx="1047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1125" b="0">
                <a:solidFill>
                  <a:srgbClr val="696078"/>
                </a:solidFill>
                <a:latin typeface="DejaVu Sans"/>
                <a:ea typeface="DejaVu Sans"/>
                <a:cs typeface="DejaVu Sans"/>
              </a:defRPr>
            </a:defPPr>
          </a:lstStyle>
          <a:p xmlns:a="http://schemas.openxmlformats.org/drawingml/2006/main">
            <a:pPr>
              <a:defRPr sz="1125" b="0">
                <a:solidFill>
                  <a:srgbClr val="696078"/>
                </a:solidFill>
                <a:latin typeface="DejaVu Sans"/>
                <a:ea typeface="DejaVu Sans"/>
                <a:cs typeface="DejaVu Sans"/>
              </a:defRPr>
            </a:pPr>
            <a:r>
              <a:rPr sz="1125" b="0">
                <a:solidFill>
                  <a:srgbClr val="696078"/>
                </a:solidFill>
                <a:latin typeface="DejaVu Sans"/>
                <a:ea typeface="DejaVu Sans"/>
                <a:cs typeface="DejaVu Sans"/>
              </a:rPr>
              <a:t>10 / 12</a:t>
            </a:r>
          </a:p>
        </p:txBody>
      </p:sp>
      <p:sp>
        <p:nvSpPr>
          <p:cNvPr id="8" name="footer">
            <a:extLst xmlns:a="http://schemas.openxmlformats.org/drawingml/2006/main">
              <a:ext uri="{FF2B5EF4-FFF2-40B4-BE49-F238E27FC236}">
                <a16:creationId xmlns:a16="http://schemas.microsoft.com/office/drawing/2014/main" id="{4EAAF23F-8803-4117-B176-4BA43DEF4CA8}"/>
              </a:ext>
            </a:extLst>
          </p:cNvPr>
          <p:cNvSpPr>
            <a:spLocks xmlns:a="http://schemas.openxmlformats.org/drawingml/2006/main" noGrp="1"/>
          </p:cNvSpPr>
          <p:nvPr/>
        </p:nvSpPr>
        <p:spPr>
          <a:xfrm xmlns:a="http://schemas.openxmlformats.org/drawingml/2006/main">
            <a:off x="685800" y="6419850"/>
            <a:ext cx="6191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1125" b="0">
                <a:solidFill>
                  <a:srgbClr val="696078"/>
                </a:solidFill>
                <a:latin typeface="DejaVu Sans"/>
                <a:ea typeface="DejaVu Sans"/>
                <a:cs typeface="DejaVu Sans"/>
              </a:defRPr>
            </a:defPPr>
          </a:lstStyle>
          <a:p xmlns:a="http://schemas.openxmlformats.org/drawingml/2006/main">
            <a:pPr>
              <a:defRPr sz="1125" b="0">
                <a:solidFill>
                  <a:srgbClr val="696078"/>
                </a:solidFill>
                <a:latin typeface="DejaVu Sans"/>
                <a:ea typeface="DejaVu Sans"/>
                <a:cs typeface="DejaVu Sans"/>
              </a:defRPr>
            </a:pPr>
            <a:r>
              <a:rPr sz="1125" b="0">
                <a:solidFill>
                  <a:srgbClr val="696078"/>
                </a:solidFill>
                <a:latin typeface="DejaVu Sans"/>
                <a:ea typeface="DejaVu Sans"/>
                <a:cs typeface="DejaVu Sans"/>
              </a:rPr>
              <a:t>K2 · G26 · Xoxo Gossip Girl</a:t>
            </a:r>
          </a:p>
        </p:txBody>
      </p:sp>
    </p:spTree>
    <p:extLst>
      <p:ext uri="{BB962C8B-B14F-4D97-AF65-F5344CB8AC3E}">
        <p14:creationId xmlns:p14="http://schemas.microsoft.com/office/powerpoint/2010/main" val="148476405"/>
      </p:ext>
    </p:extLst>
  </p:cSld>
</p:sld>
</file>

<file path=ppt/slides/slide11.xml><?xml version="1.0" encoding="utf-8"?>
<p:sld xmlns:p="http://schemas.openxmlformats.org/presentationml/2006/main">
  <p:cSld>
    <p:bg>
      <p:bgPr>
        <a:solidFill xmlns:a="http://schemas.openxmlformats.org/drawingml/2006/main">
          <a:srgbClr val="FAF8FE"/>
        </a:solidFill>
      </p:bgPr>
    </p:bg>
    <p:spTree>
      <p:nvGrpSpPr>
        <p:cNvPr id="1" name=""/>
        <p:cNvGrpSpPr/>
        <p:nvPr/>
      </p:nvGrpSpPr>
      <p:grpSpPr>
        <a:xfrm xmlns:a="http://schemas.openxmlformats.org/drawingml/2006/main"/>
      </p:grpSpPr>
      <p:sp>
        <p:nvSpPr>
          <p:cNvPr id="9" name="title">
            <a:extLst xmlns:a="http://schemas.openxmlformats.org/drawingml/2006/main">
              <a:ext uri="{FF2B5EF4-FFF2-40B4-BE49-F238E27FC236}">
                <a16:creationId xmlns:a16="http://schemas.microsoft.com/office/drawing/2014/main" id="{AE1B9CB7-B665-4F83-AA2F-08EDEF8634EB}"/>
              </a:ext>
            </a:extLst>
          </p:cNvPr>
          <p:cNvSpPr>
            <a:spLocks xmlns:a="http://schemas.openxmlformats.org/drawingml/2006/main" noGrp="1"/>
          </p:cNvSpPr>
          <p:nvPr/>
        </p:nvSpPr>
        <p:spPr>
          <a:xfrm xmlns:a="http://schemas.openxmlformats.org/drawingml/2006/main">
            <a:off x="685800" y="552450"/>
            <a:ext cx="1082040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3150" b="1">
                <a:solidFill>
                  <a:srgbClr val="26203B"/>
                </a:solidFill>
                <a:latin typeface="DejaVu Sans"/>
                <a:ea typeface="DejaVu Sans"/>
                <a:cs typeface="DejaVu Sans"/>
              </a:defRPr>
            </a:defPPr>
          </a:lstStyle>
          <a:p xmlns:a="http://schemas.openxmlformats.org/drawingml/2006/main">
            <a:pPr>
              <a:defRPr sz="3150" b="1">
                <a:solidFill>
                  <a:srgbClr val="26203B"/>
                </a:solidFill>
                <a:latin typeface="DejaVu Sans"/>
                <a:ea typeface="DejaVu Sans"/>
                <a:cs typeface="DejaVu Sans"/>
              </a:defRPr>
            </a:pPr>
            <a:r>
              <a:rPr sz="3150" b="1">
                <a:solidFill>
                  <a:srgbClr val="26203B"/>
                </a:solidFill>
                <a:latin typeface="DejaVu Sans"/>
                <a:ea typeface="DejaVu Sans"/>
                <a:cs typeface="DejaVu Sans"/>
              </a:rPr>
              <a:t>Démonstration en direct</a:t>
            </a:r>
          </a:p>
        </p:txBody>
      </p:sp>
      <p:sp>
        <p:nvSpPr>
          <p:cNvPr id="2" name="subtitle">
            <a:extLst xmlns:a="http://schemas.openxmlformats.org/drawingml/2006/main">
              <a:ext uri="{FF2B5EF4-FFF2-40B4-BE49-F238E27FC236}">
                <a16:creationId xmlns:a16="http://schemas.microsoft.com/office/drawing/2014/main" id="{47BFE18A-D0E1-4ECE-959A-F298437B8D44}"/>
              </a:ext>
            </a:extLst>
          </p:cNvPr>
          <p:cNvSpPr>
            <a:spLocks xmlns:a="http://schemas.openxmlformats.org/drawingml/2006/main" noGrp="1"/>
          </p:cNvSpPr>
          <p:nvPr/>
        </p:nvSpPr>
        <p:spPr>
          <a:xfrm xmlns:a="http://schemas.openxmlformats.org/drawingml/2006/main">
            <a:off x="685800" y="1657350"/>
            <a:ext cx="108204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1800" b="0">
                <a:solidFill>
                  <a:srgbClr val="7651AB"/>
                </a:solidFill>
                <a:latin typeface="DejaVu Sans"/>
                <a:ea typeface="DejaVu Sans"/>
                <a:cs typeface="DejaVu Sans"/>
              </a:defRPr>
            </a:defPPr>
          </a:lstStyle>
          <a:p xmlns:a="http://schemas.openxmlformats.org/drawingml/2006/main">
            <a:pPr>
              <a:defRPr sz="1800" b="0">
                <a:solidFill>
                  <a:srgbClr val="7651AB"/>
                </a:solidFill>
                <a:latin typeface="DejaVu Sans"/>
                <a:ea typeface="DejaVu Sans"/>
                <a:cs typeface="DejaVu Sans"/>
              </a:defRPr>
            </a:pPr>
            <a:r>
              <a:rPr sz="1800" b="0">
                <a:solidFill>
                  <a:srgbClr val="7651AB"/>
                </a:solidFill>
                <a:latin typeface="DejaVu Sans"/>
                <a:ea typeface="DejaVu Sans"/>
                <a:cs typeface="DejaVu Sans"/>
              </a:rPr>
              <a:t>Un parcours reproductible sans API</a:t>
            </a:r>
          </a:p>
        </p:txBody>
      </p:sp>
      <p:sp>
        <p:nvSpPr>
          <p:cNvPr id="3" name="body-0">
            <a:extLst xmlns:a="http://schemas.openxmlformats.org/drawingml/2006/main">
              <a:ext uri="{FF2B5EF4-FFF2-40B4-BE49-F238E27FC236}">
                <a16:creationId xmlns:a16="http://schemas.microsoft.com/office/drawing/2014/main" id="{7CFE5562-26C2-4AC9-AE4C-6A6576DAF358}"/>
              </a:ext>
            </a:extLst>
          </p:cNvPr>
          <p:cNvSpPr>
            <a:spLocks xmlns:a="http://schemas.openxmlformats.org/drawingml/2006/main" noGrp="1"/>
          </p:cNvSpPr>
          <p:nvPr/>
        </p:nvSpPr>
        <p:spPr>
          <a:xfrm xmlns:a="http://schemas.openxmlformats.org/drawingml/2006/main">
            <a:off x="685800" y="2619375"/>
            <a:ext cx="108204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2175" b="0">
                <a:solidFill>
                  <a:srgbClr val="26203B"/>
                </a:solidFill>
                <a:latin typeface="DejaVu Sans"/>
                <a:ea typeface="DejaVu Sans"/>
                <a:cs typeface="DejaVu Sans"/>
              </a:defRPr>
            </a:defPPr>
          </a:lstStyle>
          <a:p xmlns:a="http://schemas.openxmlformats.org/drawingml/2006/main">
            <a:pPr>
              <a:defRPr sz="2175" b="0">
                <a:solidFill>
                  <a:srgbClr val="26203B"/>
                </a:solidFill>
                <a:latin typeface="DejaVu Sans"/>
                <a:ea typeface="DejaVu Sans"/>
                <a:cs typeface="DejaVu Sans"/>
              </a:defRPr>
            </a:pPr>
            <a:r>
              <a:rPr sz="2175" b="0">
                <a:solidFill>
                  <a:srgbClr val="26203B"/>
                </a:solidFill>
                <a:latin typeface="DejaVu Sans"/>
                <a:ea typeface="DejaVu Sans"/>
                <a:cs typeface="DejaVu Sans"/>
              </a:rPr>
              <a:t>python run_all.py : régénérer les résultats et l’audit.</a:t>
            </a:r>
          </a:p>
        </p:txBody>
      </p:sp>
      <p:sp>
        <p:nvSpPr>
          <p:cNvPr id="4" name="body-1">
            <a:extLst xmlns:a="http://schemas.openxmlformats.org/drawingml/2006/main">
              <a:ext uri="{FF2B5EF4-FFF2-40B4-BE49-F238E27FC236}">
                <a16:creationId xmlns:a16="http://schemas.microsoft.com/office/drawing/2014/main" id="{4B9B4E97-C13D-4E11-BB55-E75EBBBF57CA}"/>
              </a:ext>
            </a:extLst>
          </p:cNvPr>
          <p:cNvSpPr>
            <a:spLocks xmlns:a="http://schemas.openxmlformats.org/drawingml/2006/main" noGrp="1"/>
          </p:cNvSpPr>
          <p:nvPr/>
        </p:nvSpPr>
        <p:spPr>
          <a:xfrm xmlns:a="http://schemas.openxmlformats.org/drawingml/2006/main">
            <a:off x="685800" y="3419475"/>
            <a:ext cx="108204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2175" b="0">
                <a:solidFill>
                  <a:srgbClr val="696078"/>
                </a:solidFill>
                <a:latin typeface="DejaVu Sans"/>
                <a:ea typeface="DejaVu Sans"/>
                <a:cs typeface="DejaVu Sans"/>
              </a:defRPr>
            </a:defPPr>
          </a:lstStyle>
          <a:p xmlns:a="http://schemas.openxmlformats.org/drawingml/2006/main">
            <a:pPr>
              <a:defRPr sz="2175" b="0">
                <a:solidFill>
                  <a:srgbClr val="696078"/>
                </a:solidFill>
                <a:latin typeface="DejaVu Sans"/>
                <a:ea typeface="DejaVu Sans"/>
                <a:cs typeface="DejaVu Sans"/>
              </a:defRPr>
            </a:pPr>
            <a:r>
              <a:rPr sz="2175" b="0">
                <a:solidFill>
                  <a:srgbClr val="696078"/>
                </a:solidFill>
                <a:latin typeface="DejaVu Sans"/>
                <a:ea typeface="DejaVu Sans"/>
                <a:cs typeface="DejaVu Sans"/>
              </a:rPr>
              <a:t>outputs/audit.html : filtrer une alerte et lire le manifeste.</a:t>
            </a:r>
          </a:p>
        </p:txBody>
      </p:sp>
      <p:sp>
        <p:nvSpPr>
          <p:cNvPr id="5" name="body-2">
            <a:extLst xmlns:a="http://schemas.openxmlformats.org/drawingml/2006/main">
              <a:ext uri="{FF2B5EF4-FFF2-40B4-BE49-F238E27FC236}">
                <a16:creationId xmlns:a16="http://schemas.microsoft.com/office/drawing/2014/main" id="{376749DA-91F5-483B-B277-2331767F7CBE}"/>
              </a:ext>
            </a:extLst>
          </p:cNvPr>
          <p:cNvSpPr>
            <a:spLocks xmlns:a="http://schemas.openxmlformats.org/drawingml/2006/main" noGrp="1"/>
          </p:cNvSpPr>
          <p:nvPr/>
        </p:nvSpPr>
        <p:spPr>
          <a:xfrm xmlns:a="http://schemas.openxmlformats.org/drawingml/2006/main">
            <a:off x="685800" y="4219575"/>
            <a:ext cx="108204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2175" b="0">
                <a:solidFill>
                  <a:srgbClr val="696078"/>
                </a:solidFill>
                <a:latin typeface="DejaVu Sans"/>
                <a:ea typeface="DejaVu Sans"/>
                <a:cs typeface="DejaVu Sans"/>
              </a:defRPr>
            </a:defPPr>
          </a:lstStyle>
          <a:p xmlns:a="http://schemas.openxmlformats.org/drawingml/2006/main">
            <a:pPr>
              <a:defRPr sz="2175" b="0">
                <a:solidFill>
                  <a:srgbClr val="696078"/>
                </a:solidFill>
                <a:latin typeface="DejaVu Sans"/>
                <a:ea typeface="DejaVu Sans"/>
                <a:cs typeface="DejaVu Sans"/>
              </a:defRPr>
            </a:pPr>
            <a:r>
              <a:rPr sz="2175" b="0">
                <a:solidFill>
                  <a:srgbClr val="696078"/>
                </a:solidFill>
                <a:latin typeface="DejaVu Sans"/>
                <a:ea typeface="DejaVu Sans"/>
                <a:cs typeface="DejaVu Sans"/>
              </a:rPr>
              <a:t>python demo_validation.py : vérifier les deux défauts corrigés.</a:t>
            </a:r>
          </a:p>
        </p:txBody>
      </p:sp>
      <p:sp>
        <p:nvSpPr>
          <p:cNvPr id="6" name="body-3">
            <a:extLst xmlns:a="http://schemas.openxmlformats.org/drawingml/2006/main">
              <a:ext uri="{FF2B5EF4-FFF2-40B4-BE49-F238E27FC236}">
                <a16:creationId xmlns:a16="http://schemas.microsoft.com/office/drawing/2014/main" id="{0EFF93B6-4A39-4ACA-B1CE-0DA36BDFEC84}"/>
              </a:ext>
            </a:extLst>
          </p:cNvPr>
          <p:cNvSpPr>
            <a:spLocks xmlns:a="http://schemas.openxmlformats.org/drawingml/2006/main" noGrp="1"/>
          </p:cNvSpPr>
          <p:nvPr/>
        </p:nvSpPr>
        <p:spPr>
          <a:xfrm xmlns:a="http://schemas.openxmlformats.org/drawingml/2006/main">
            <a:off x="685800" y="5019675"/>
            <a:ext cx="108204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2175" b="0">
                <a:solidFill>
                  <a:srgbClr val="696078"/>
                </a:solidFill>
                <a:latin typeface="DejaVu Sans"/>
                <a:ea typeface="DejaVu Sans"/>
                <a:cs typeface="DejaVu Sans"/>
              </a:defRPr>
            </a:defPPr>
          </a:lstStyle>
          <a:p xmlns:a="http://schemas.openxmlformats.org/drawingml/2006/main">
            <a:pPr>
              <a:defRPr sz="2175" b="0">
                <a:solidFill>
                  <a:srgbClr val="696078"/>
                </a:solidFill>
                <a:latin typeface="DejaVu Sans"/>
                <a:ea typeface="DejaVu Sans"/>
                <a:cs typeface="DejaVu Sans"/>
              </a:defRPr>
            </a:pPr>
            <a:r>
              <a:rPr sz="2175" b="0">
                <a:solidFill>
                  <a:srgbClr val="696078"/>
                </a:solidFill>
                <a:latin typeface="DejaVu Sans"/>
                <a:ea typeface="DejaVu Sans"/>
                <a:cs typeface="DejaVu Sans"/>
              </a:rPr>
              <a:t>python -m unittest discover tests -v : lancer les 20 tests.</a:t>
            </a:r>
          </a:p>
        </p:txBody>
      </p:sp>
      <p:sp>
        <p:nvSpPr>
          <p:cNvPr id="7" name="page">
            <a:extLst xmlns:a="http://schemas.openxmlformats.org/drawingml/2006/main">
              <a:ext uri="{FF2B5EF4-FFF2-40B4-BE49-F238E27FC236}">
                <a16:creationId xmlns:a16="http://schemas.microsoft.com/office/drawing/2014/main" id="{8191944B-697A-459C-A528-9A22BB5E7EEF}"/>
              </a:ext>
            </a:extLst>
          </p:cNvPr>
          <p:cNvSpPr>
            <a:spLocks xmlns:a="http://schemas.openxmlformats.org/drawingml/2006/main" noGrp="1"/>
          </p:cNvSpPr>
          <p:nvPr/>
        </p:nvSpPr>
        <p:spPr>
          <a:xfrm xmlns:a="http://schemas.openxmlformats.org/drawingml/2006/main">
            <a:off x="10477500" y="6419850"/>
            <a:ext cx="1047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1125" b="0">
                <a:solidFill>
                  <a:srgbClr val="696078"/>
                </a:solidFill>
                <a:latin typeface="DejaVu Sans"/>
                <a:ea typeface="DejaVu Sans"/>
                <a:cs typeface="DejaVu Sans"/>
              </a:defRPr>
            </a:defPPr>
          </a:lstStyle>
          <a:p xmlns:a="http://schemas.openxmlformats.org/drawingml/2006/main">
            <a:pPr>
              <a:defRPr sz="1125" b="0">
                <a:solidFill>
                  <a:srgbClr val="696078"/>
                </a:solidFill>
                <a:latin typeface="DejaVu Sans"/>
                <a:ea typeface="DejaVu Sans"/>
                <a:cs typeface="DejaVu Sans"/>
              </a:defRPr>
            </a:pPr>
            <a:r>
              <a:rPr sz="1125" b="0">
                <a:solidFill>
                  <a:srgbClr val="696078"/>
                </a:solidFill>
                <a:latin typeface="DejaVu Sans"/>
                <a:ea typeface="DejaVu Sans"/>
                <a:cs typeface="DejaVu Sans"/>
              </a:rPr>
              <a:t>11 / 12</a:t>
            </a:r>
          </a:p>
        </p:txBody>
      </p:sp>
      <p:sp>
        <p:nvSpPr>
          <p:cNvPr id="8" name="footer">
            <a:extLst xmlns:a="http://schemas.openxmlformats.org/drawingml/2006/main">
              <a:ext uri="{FF2B5EF4-FFF2-40B4-BE49-F238E27FC236}">
                <a16:creationId xmlns:a16="http://schemas.microsoft.com/office/drawing/2014/main" id="{25ABD6F1-DA53-497A-9CFA-20B0EE0FE0C0}"/>
              </a:ext>
            </a:extLst>
          </p:cNvPr>
          <p:cNvSpPr>
            <a:spLocks xmlns:a="http://schemas.openxmlformats.org/drawingml/2006/main" noGrp="1"/>
          </p:cNvSpPr>
          <p:nvPr/>
        </p:nvSpPr>
        <p:spPr>
          <a:xfrm xmlns:a="http://schemas.openxmlformats.org/drawingml/2006/main">
            <a:off x="685800" y="6419850"/>
            <a:ext cx="6191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1125" b="0">
                <a:solidFill>
                  <a:srgbClr val="696078"/>
                </a:solidFill>
                <a:latin typeface="DejaVu Sans"/>
                <a:ea typeface="DejaVu Sans"/>
                <a:cs typeface="DejaVu Sans"/>
              </a:defRPr>
            </a:defPPr>
          </a:lstStyle>
          <a:p xmlns:a="http://schemas.openxmlformats.org/drawingml/2006/main">
            <a:pPr>
              <a:defRPr sz="1125" b="0">
                <a:solidFill>
                  <a:srgbClr val="696078"/>
                </a:solidFill>
                <a:latin typeface="DejaVu Sans"/>
                <a:ea typeface="DejaVu Sans"/>
                <a:cs typeface="DejaVu Sans"/>
              </a:defRPr>
            </a:pPr>
            <a:r>
              <a:rPr sz="1125" b="0">
                <a:solidFill>
                  <a:srgbClr val="696078"/>
                </a:solidFill>
                <a:latin typeface="DejaVu Sans"/>
                <a:ea typeface="DejaVu Sans"/>
                <a:cs typeface="DejaVu Sans"/>
              </a:rPr>
              <a:t>K2 · G26 · Xoxo Gossip Girl</a:t>
            </a:r>
          </a:p>
        </p:txBody>
      </p:sp>
    </p:spTree>
    <p:extLst>
      <p:ext uri="{BB962C8B-B14F-4D97-AF65-F5344CB8AC3E}">
        <p14:creationId xmlns:p14="http://schemas.microsoft.com/office/powerpoint/2010/main" val="379351533"/>
      </p:ext>
    </p:extLst>
  </p:cSld>
</p:sld>
</file>

<file path=ppt/slides/slide12.xml><?xml version="1.0" encoding="utf-8"?>
<p:sld xmlns:p="http://schemas.openxmlformats.org/presentationml/2006/main">
  <p:cSld>
    <p:bg>
      <p:bgPr>
        <a:solidFill xmlns:a="http://schemas.openxmlformats.org/drawingml/2006/main">
          <a:srgbClr val="FAF8FE"/>
        </a:solidFill>
      </p:bgPr>
    </p:bg>
    <p:spTree>
      <p:nvGrpSpPr>
        <p:cNvPr id="1" name=""/>
        <p:cNvGrpSpPr/>
        <p:nvPr/>
      </p:nvGrpSpPr>
      <p:grpSpPr>
        <a:xfrm xmlns:a="http://schemas.openxmlformats.org/drawingml/2006/main"/>
      </p:grpSpPr>
      <p:sp>
        <p:nvSpPr>
          <p:cNvPr id="9" name="title">
            <a:extLst xmlns:a="http://schemas.openxmlformats.org/drawingml/2006/main">
              <a:ext uri="{FF2B5EF4-FFF2-40B4-BE49-F238E27FC236}">
                <a16:creationId xmlns:a16="http://schemas.microsoft.com/office/drawing/2014/main" id="{871AFD4F-5532-4AD7-88BF-9C026D1360A2}"/>
              </a:ext>
            </a:extLst>
          </p:cNvPr>
          <p:cNvSpPr>
            <a:spLocks xmlns:a="http://schemas.openxmlformats.org/drawingml/2006/main" noGrp="1"/>
          </p:cNvSpPr>
          <p:nvPr/>
        </p:nvSpPr>
        <p:spPr>
          <a:xfrm xmlns:a="http://schemas.openxmlformats.org/drawingml/2006/main">
            <a:off x="685800" y="552450"/>
            <a:ext cx="1082040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3150" b="1">
                <a:solidFill>
                  <a:srgbClr val="26203B"/>
                </a:solidFill>
                <a:latin typeface="DejaVu Sans"/>
                <a:ea typeface="DejaVu Sans"/>
                <a:cs typeface="DejaVu Sans"/>
              </a:defRPr>
            </a:defPPr>
          </a:lstStyle>
          <a:p xmlns:a="http://schemas.openxmlformats.org/drawingml/2006/main">
            <a:pPr>
              <a:defRPr sz="3150" b="1">
                <a:solidFill>
                  <a:srgbClr val="26203B"/>
                </a:solidFill>
                <a:latin typeface="DejaVu Sans"/>
                <a:ea typeface="DejaVu Sans"/>
                <a:cs typeface="DejaVu Sans"/>
              </a:defRPr>
            </a:pPr>
            <a:r>
              <a:rPr sz="3150" b="1">
                <a:solidFill>
                  <a:srgbClr val="26203B"/>
                </a:solidFill>
                <a:latin typeface="DejaVu Sans"/>
                <a:ea typeface="DejaVu Sans"/>
                <a:cs typeface="DejaVu Sans"/>
              </a:rPr>
              <a:t>Limites et poursuite du projet</a:t>
            </a:r>
          </a:p>
        </p:txBody>
      </p:sp>
      <p:sp>
        <p:nvSpPr>
          <p:cNvPr id="2" name="subtitle">
            <a:extLst xmlns:a="http://schemas.openxmlformats.org/drawingml/2006/main">
              <a:ext uri="{FF2B5EF4-FFF2-40B4-BE49-F238E27FC236}">
                <a16:creationId xmlns:a16="http://schemas.microsoft.com/office/drawing/2014/main" id="{A3394B07-BAE2-407A-9FD3-7625C7A77D93}"/>
              </a:ext>
            </a:extLst>
          </p:cNvPr>
          <p:cNvSpPr>
            <a:spLocks xmlns:a="http://schemas.openxmlformats.org/drawingml/2006/main" noGrp="1"/>
          </p:cNvSpPr>
          <p:nvPr/>
        </p:nvSpPr>
        <p:spPr>
          <a:xfrm xmlns:a="http://schemas.openxmlformats.org/drawingml/2006/main">
            <a:off x="685800" y="1657350"/>
            <a:ext cx="108204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1800" b="0">
                <a:solidFill>
                  <a:srgbClr val="7651AB"/>
                </a:solidFill>
                <a:latin typeface="DejaVu Sans"/>
                <a:ea typeface="DejaVu Sans"/>
                <a:cs typeface="DejaVu Sans"/>
              </a:defRPr>
            </a:defPPr>
          </a:lstStyle>
          <a:p xmlns:a="http://schemas.openxmlformats.org/drawingml/2006/main">
            <a:pPr>
              <a:defRPr sz="1800" b="0">
                <a:solidFill>
                  <a:srgbClr val="7651AB"/>
                </a:solidFill>
                <a:latin typeface="DejaVu Sans"/>
                <a:ea typeface="DejaVu Sans"/>
                <a:cs typeface="DejaVu Sans"/>
              </a:defRPr>
            </a:pPr>
            <a:r>
              <a:rPr sz="1800" b="0">
                <a:solidFill>
                  <a:srgbClr val="7651AB"/>
                </a:solidFill>
                <a:latin typeface="DejaVu Sans"/>
                <a:ea typeface="DejaVu Sans"/>
                <a:cs typeface="DejaVu Sans"/>
              </a:rPr>
              <a:t>Ce que les résultats permettent de conclure</a:t>
            </a:r>
          </a:p>
        </p:txBody>
      </p:sp>
      <p:sp>
        <p:nvSpPr>
          <p:cNvPr id="3" name="body-0">
            <a:extLst xmlns:a="http://schemas.openxmlformats.org/drawingml/2006/main">
              <a:ext uri="{FF2B5EF4-FFF2-40B4-BE49-F238E27FC236}">
                <a16:creationId xmlns:a16="http://schemas.microsoft.com/office/drawing/2014/main" id="{8953C922-93E4-4D3A-851C-E5ACA49D3E7D}"/>
              </a:ext>
            </a:extLst>
          </p:cNvPr>
          <p:cNvSpPr>
            <a:spLocks xmlns:a="http://schemas.openxmlformats.org/drawingml/2006/main" noGrp="1"/>
          </p:cNvSpPr>
          <p:nvPr/>
        </p:nvSpPr>
        <p:spPr>
          <a:xfrm xmlns:a="http://schemas.openxmlformats.org/drawingml/2006/main">
            <a:off x="685800" y="2619375"/>
            <a:ext cx="108204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2175" b="0">
                <a:solidFill>
                  <a:srgbClr val="26203B"/>
                </a:solidFill>
                <a:latin typeface="DejaVu Sans"/>
                <a:ea typeface="DejaVu Sans"/>
                <a:cs typeface="DejaVu Sans"/>
              </a:defRPr>
            </a:defPPr>
          </a:lstStyle>
          <a:p xmlns:a="http://schemas.openxmlformats.org/drawingml/2006/main">
            <a:pPr>
              <a:defRPr sz="2175" b="0">
                <a:solidFill>
                  <a:srgbClr val="26203B"/>
                </a:solidFill>
                <a:latin typeface="DejaVu Sans"/>
                <a:ea typeface="DejaVu Sans"/>
                <a:cs typeface="DejaVu Sans"/>
              </a:defRPr>
            </a:pPr>
            <a:r>
              <a:rPr sz="2175" b="0">
                <a:solidFill>
                  <a:srgbClr val="26203B"/>
                </a:solidFill>
                <a:latin typeface="DejaVu Sans"/>
                <a:ea typeface="DejaVu Sans"/>
                <a:cs typeface="DejaVu Sans"/>
              </a:rPr>
              <a:t>Les contenus, modèles et sources restent synthétiques.</a:t>
            </a:r>
          </a:p>
        </p:txBody>
      </p:sp>
      <p:sp>
        <p:nvSpPr>
          <p:cNvPr id="4" name="body-1">
            <a:extLst xmlns:a="http://schemas.openxmlformats.org/drawingml/2006/main">
              <a:ext uri="{FF2B5EF4-FFF2-40B4-BE49-F238E27FC236}">
                <a16:creationId xmlns:a16="http://schemas.microsoft.com/office/drawing/2014/main" id="{4892C3DD-D484-4869-B59E-7D7924FEADE1}"/>
              </a:ext>
            </a:extLst>
          </p:cNvPr>
          <p:cNvSpPr>
            <a:spLocks xmlns:a="http://schemas.openxmlformats.org/drawingml/2006/main" noGrp="1"/>
          </p:cNvSpPr>
          <p:nvPr/>
        </p:nvSpPr>
        <p:spPr>
          <a:xfrm xmlns:a="http://schemas.openxmlformats.org/drawingml/2006/main">
            <a:off x="685800" y="3419475"/>
            <a:ext cx="108204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2175" b="0">
                <a:solidFill>
                  <a:srgbClr val="696078"/>
                </a:solidFill>
                <a:latin typeface="DejaVu Sans"/>
                <a:ea typeface="DejaVu Sans"/>
                <a:cs typeface="DejaVu Sans"/>
              </a:defRPr>
            </a:defPPr>
          </a:lstStyle>
          <a:p xmlns:a="http://schemas.openxmlformats.org/drawingml/2006/main">
            <a:pPr>
              <a:defRPr sz="2175" b="0">
                <a:solidFill>
                  <a:srgbClr val="696078"/>
                </a:solidFill>
                <a:latin typeface="DejaVu Sans"/>
                <a:ea typeface="DejaVu Sans"/>
                <a:cs typeface="DejaVu Sans"/>
              </a:defRPr>
            </a:pPr>
            <a:r>
              <a:rPr sz="2175" b="0">
                <a:solidFill>
                  <a:srgbClr val="696078"/>
                </a:solidFill>
                <a:latin typeface="DejaVu Sans"/>
                <a:ea typeface="DejaVu Sans"/>
                <a:cs typeface="DejaVu Sans"/>
              </a:rPr>
              <a:t>Les licences reposent sur des politiques pédagogiques simplifiées.</a:t>
            </a:r>
          </a:p>
        </p:txBody>
      </p:sp>
      <p:sp>
        <p:nvSpPr>
          <p:cNvPr id="5" name="body-2">
            <a:extLst xmlns:a="http://schemas.openxmlformats.org/drawingml/2006/main">
              <a:ext uri="{FF2B5EF4-FFF2-40B4-BE49-F238E27FC236}">
                <a16:creationId xmlns:a16="http://schemas.microsoft.com/office/drawing/2014/main" id="{520B0735-6EB4-4D4C-86A5-D445963B9D8A}"/>
              </a:ext>
            </a:extLst>
          </p:cNvPr>
          <p:cNvSpPr>
            <a:spLocks xmlns:a="http://schemas.openxmlformats.org/drawingml/2006/main" noGrp="1"/>
          </p:cNvSpPr>
          <p:nvPr/>
        </p:nvSpPr>
        <p:spPr>
          <a:xfrm xmlns:a="http://schemas.openxmlformats.org/drawingml/2006/main">
            <a:off x="685800" y="4219575"/>
            <a:ext cx="108204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2175" b="0">
                <a:solidFill>
                  <a:srgbClr val="696078"/>
                </a:solidFill>
                <a:latin typeface="DejaVu Sans"/>
                <a:ea typeface="DejaVu Sans"/>
                <a:cs typeface="DejaVu Sans"/>
              </a:defRPr>
            </a:defPPr>
          </a:lstStyle>
          <a:p xmlns:a="http://schemas.openxmlformats.org/drawingml/2006/main">
            <a:pPr>
              <a:defRPr sz="2175" b="0">
                <a:solidFill>
                  <a:srgbClr val="696078"/>
                </a:solidFill>
                <a:latin typeface="DejaVu Sans"/>
                <a:ea typeface="DejaVu Sans"/>
                <a:cs typeface="DejaVu Sans"/>
              </a:defRPr>
            </a:pPr>
            <a:r>
              <a:rPr sz="2175" b="0">
                <a:solidFill>
                  <a:srgbClr val="696078"/>
                </a:solidFill>
                <a:latin typeface="DejaVu Sans"/>
                <a:ea typeface="DejaVu Sans"/>
                <a:cs typeface="DejaVu Sans"/>
              </a:rPr>
              <a:t>Les empreintes ne sont pas des signatures d’identité.</a:t>
            </a:r>
          </a:p>
        </p:txBody>
      </p:sp>
      <p:sp>
        <p:nvSpPr>
          <p:cNvPr id="6" name="body-3">
            <a:extLst xmlns:a="http://schemas.openxmlformats.org/drawingml/2006/main">
              <a:ext uri="{FF2B5EF4-FFF2-40B4-BE49-F238E27FC236}">
                <a16:creationId xmlns:a16="http://schemas.microsoft.com/office/drawing/2014/main" id="{52A8A904-B9CD-48AA-BC4F-6781B01EA60E}"/>
              </a:ext>
            </a:extLst>
          </p:cNvPr>
          <p:cNvSpPr>
            <a:spLocks xmlns:a="http://schemas.openxmlformats.org/drawingml/2006/main" noGrp="1"/>
          </p:cNvSpPr>
          <p:nvPr/>
        </p:nvSpPr>
        <p:spPr>
          <a:xfrm xmlns:a="http://schemas.openxmlformats.org/drawingml/2006/main">
            <a:off x="685800" y="5019675"/>
            <a:ext cx="108204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2175" b="0">
                <a:solidFill>
                  <a:srgbClr val="696078"/>
                </a:solidFill>
                <a:latin typeface="DejaVu Sans"/>
                <a:ea typeface="DejaVu Sans"/>
                <a:cs typeface="DejaVu Sans"/>
              </a:defRPr>
            </a:defPPr>
          </a:lstStyle>
          <a:p xmlns:a="http://schemas.openxmlformats.org/drawingml/2006/main">
            <a:pPr>
              <a:defRPr sz="2175" b="0">
                <a:solidFill>
                  <a:srgbClr val="696078"/>
                </a:solidFill>
                <a:latin typeface="DejaVu Sans"/>
                <a:ea typeface="DejaVu Sans"/>
                <a:cs typeface="DejaVu Sans"/>
              </a:defRPr>
            </a:pPr>
            <a:r>
              <a:rPr sz="2175" b="0">
                <a:solidFill>
                  <a:srgbClr val="696078"/>
                </a:solidFill>
                <a:latin typeface="DejaVu Sans"/>
                <a:ea typeface="DejaVu Sans"/>
                <a:cs typeface="DejaVu Sans"/>
              </a:rPr>
              <a:t>À prolonger : corpus indépendant et intégration d’artefacts réels.</a:t>
            </a:r>
          </a:p>
        </p:txBody>
      </p:sp>
      <p:sp>
        <p:nvSpPr>
          <p:cNvPr id="7" name="page">
            <a:extLst xmlns:a="http://schemas.openxmlformats.org/drawingml/2006/main">
              <a:ext uri="{FF2B5EF4-FFF2-40B4-BE49-F238E27FC236}">
                <a16:creationId xmlns:a16="http://schemas.microsoft.com/office/drawing/2014/main" id="{83032C1C-4AB9-4FA1-B8F7-ACC1A1B45FA3}"/>
              </a:ext>
            </a:extLst>
          </p:cNvPr>
          <p:cNvSpPr>
            <a:spLocks xmlns:a="http://schemas.openxmlformats.org/drawingml/2006/main" noGrp="1"/>
          </p:cNvSpPr>
          <p:nvPr/>
        </p:nvSpPr>
        <p:spPr>
          <a:xfrm xmlns:a="http://schemas.openxmlformats.org/drawingml/2006/main">
            <a:off x="10477500" y="6419850"/>
            <a:ext cx="1047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1125" b="0">
                <a:solidFill>
                  <a:srgbClr val="696078"/>
                </a:solidFill>
                <a:latin typeface="DejaVu Sans"/>
                <a:ea typeface="DejaVu Sans"/>
                <a:cs typeface="DejaVu Sans"/>
              </a:defRPr>
            </a:defPPr>
          </a:lstStyle>
          <a:p xmlns:a="http://schemas.openxmlformats.org/drawingml/2006/main">
            <a:pPr>
              <a:defRPr sz="1125" b="0">
                <a:solidFill>
                  <a:srgbClr val="696078"/>
                </a:solidFill>
                <a:latin typeface="DejaVu Sans"/>
                <a:ea typeface="DejaVu Sans"/>
                <a:cs typeface="DejaVu Sans"/>
              </a:defRPr>
            </a:pPr>
            <a:r>
              <a:rPr sz="1125" b="0">
                <a:solidFill>
                  <a:srgbClr val="696078"/>
                </a:solidFill>
                <a:latin typeface="DejaVu Sans"/>
                <a:ea typeface="DejaVu Sans"/>
                <a:cs typeface="DejaVu Sans"/>
              </a:rPr>
              <a:t>12 / 12</a:t>
            </a:r>
          </a:p>
        </p:txBody>
      </p:sp>
      <p:sp>
        <p:nvSpPr>
          <p:cNvPr id="8" name="footer">
            <a:extLst xmlns:a="http://schemas.openxmlformats.org/drawingml/2006/main">
              <a:ext uri="{FF2B5EF4-FFF2-40B4-BE49-F238E27FC236}">
                <a16:creationId xmlns:a16="http://schemas.microsoft.com/office/drawing/2014/main" id="{1681AA2F-0251-4DF4-98CB-4F86B19B2F72}"/>
              </a:ext>
            </a:extLst>
          </p:cNvPr>
          <p:cNvSpPr>
            <a:spLocks xmlns:a="http://schemas.openxmlformats.org/drawingml/2006/main" noGrp="1"/>
          </p:cNvSpPr>
          <p:nvPr/>
        </p:nvSpPr>
        <p:spPr>
          <a:xfrm xmlns:a="http://schemas.openxmlformats.org/drawingml/2006/main">
            <a:off x="685800" y="6419850"/>
            <a:ext cx="6191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1125" b="0">
                <a:solidFill>
                  <a:srgbClr val="696078"/>
                </a:solidFill>
                <a:latin typeface="DejaVu Sans"/>
                <a:ea typeface="DejaVu Sans"/>
                <a:cs typeface="DejaVu Sans"/>
              </a:defRPr>
            </a:defPPr>
          </a:lstStyle>
          <a:p xmlns:a="http://schemas.openxmlformats.org/drawingml/2006/main">
            <a:pPr>
              <a:defRPr sz="1125" b="0">
                <a:solidFill>
                  <a:srgbClr val="696078"/>
                </a:solidFill>
                <a:latin typeface="DejaVu Sans"/>
                <a:ea typeface="DejaVu Sans"/>
                <a:cs typeface="DejaVu Sans"/>
              </a:defRPr>
            </a:pPr>
            <a:r>
              <a:rPr sz="1125" b="0">
                <a:solidFill>
                  <a:srgbClr val="696078"/>
                </a:solidFill>
                <a:latin typeface="DejaVu Sans"/>
                <a:ea typeface="DejaVu Sans"/>
                <a:cs typeface="DejaVu Sans"/>
              </a:rPr>
              <a:t>K2 · G26 · Xoxo Gossip Girl</a:t>
            </a:r>
          </a:p>
        </p:txBody>
      </p:sp>
    </p:spTree>
    <p:extLst>
      <p:ext uri="{BB962C8B-B14F-4D97-AF65-F5344CB8AC3E}">
        <p14:creationId xmlns:p14="http://schemas.microsoft.com/office/powerpoint/2010/main" val="196553595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2026-10-16T07:23:54.2490000Z</dcterms:created>
  <dcterms:modified xsi:type="dcterms:W3CDTF">2026-10-16T07:23:54.2490000Z</dcterms:modified>
</coreProperties>
</file>